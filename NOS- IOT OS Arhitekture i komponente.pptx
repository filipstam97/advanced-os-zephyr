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Roboto"/>
      <p:regular r:id="rId20"/>
      <p:bold r:id="rId21"/>
      <p:italic r:id="rId22"/>
      <p:boldItalic r:id="rId23"/>
    </p:embeddedFont>
    <p:embeddedFont>
      <p:font typeface="Space Grotesk Light"/>
      <p:regular r:id="rId24"/>
      <p:bold r:id="rId25"/>
    </p:embeddedFont>
    <p:embeddedFont>
      <p:font typeface="Space Grotesk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regular.fntdata"/><Relationship Id="rId22" Type="http://schemas.openxmlformats.org/officeDocument/2006/relationships/font" Target="fonts/Roboto-italic.fntdata"/><Relationship Id="rId21" Type="http://schemas.openxmlformats.org/officeDocument/2006/relationships/font" Target="fonts/Roboto-bold.fntdata"/><Relationship Id="rId24" Type="http://schemas.openxmlformats.org/officeDocument/2006/relationships/font" Target="fonts/SpaceGroteskLight-regular.fntdata"/><Relationship Id="rId23" Type="http://schemas.openxmlformats.org/officeDocument/2006/relationships/font" Target="fonts/Robo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SpaceGrotesk-regular.fntdata"/><Relationship Id="rId25" Type="http://schemas.openxmlformats.org/officeDocument/2006/relationships/font" Target="fonts/SpaceGroteskLight-bold.fntdata"/><Relationship Id="rId27" Type="http://schemas.openxmlformats.org/officeDocument/2006/relationships/font" Target="fonts/SpaceGrotesk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9d1ebdf7c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9d1ebdf7c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9d1ebdf7c5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9d1ebdf7c5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9d1ebdf7c5_0_7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9d1ebdf7c5_0_7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9d1ebdf7c5_0_7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39d1ebdf7c5_0_7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9d1ebdf7c5_0_8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39d1ebdf7c5_0_8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9d1ebdf7c5_0_8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9d1ebdf7c5_0_8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bdf64a4a6a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bdf64a4a6a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9d93737e9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39d93737e9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9d93737e95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39d93737e9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9d1ebdf7c5_0_7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39d1ebdf7c5_0_7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9d1ebdf7c5_0_7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39d1ebdf7c5_0_7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9d1ebdf7c5_0_8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39d1ebdf7c5_0_8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bdf64a4a6a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3bdf64a4a6a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9d1ebdf7c5_0_4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39d1ebdf7c5_0_4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 type="blank">
  <p:cSld name="BLANK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5400012" scaled="0"/>
        </a:gra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rot="3659249">
            <a:off x="3884409" y="-1334980"/>
            <a:ext cx="7813599" cy="7813599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0" name="Google Shape;10;p2"/>
          <p:cNvSpPr txBox="1"/>
          <p:nvPr>
            <p:ph type="title"/>
          </p:nvPr>
        </p:nvSpPr>
        <p:spPr>
          <a:xfrm>
            <a:off x="226100" y="144575"/>
            <a:ext cx="8689200" cy="2322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2" type="title"/>
          </p:nvPr>
        </p:nvSpPr>
        <p:spPr>
          <a:xfrm>
            <a:off x="1404200" y="2784425"/>
            <a:ext cx="7551000" cy="2280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228600" y="2888900"/>
            <a:ext cx="5107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3" type="subTitle"/>
          </p:nvPr>
        </p:nvSpPr>
        <p:spPr>
          <a:xfrm>
            <a:off x="226100" y="4801613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4" type="subTitle"/>
          </p:nvPr>
        </p:nvSpPr>
        <p:spPr>
          <a:xfrm>
            <a:off x="6097200" y="3018188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description and two images">
  <p:cSld name="CUSTOM_3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>
            <p:ph idx="2" type="pic"/>
          </p:nvPr>
        </p:nvSpPr>
        <p:spPr>
          <a:xfrm>
            <a:off x="3766025" y="2334950"/>
            <a:ext cx="3346200" cy="1574400"/>
          </a:xfrm>
          <a:prstGeom prst="rect">
            <a:avLst/>
          </a:prstGeom>
          <a:noFill/>
          <a:ln>
            <a:noFill/>
          </a:ln>
        </p:spPr>
      </p:sp>
      <p:sp>
        <p:nvSpPr>
          <p:cNvPr id="17" name="Google Shape;17;p3"/>
          <p:cNvSpPr/>
          <p:nvPr>
            <p:ph idx="3" type="pic"/>
          </p:nvPr>
        </p:nvSpPr>
        <p:spPr>
          <a:xfrm>
            <a:off x="228625" y="2334950"/>
            <a:ext cx="3346200" cy="1574400"/>
          </a:xfrm>
          <a:prstGeom prst="rect">
            <a:avLst/>
          </a:prstGeom>
          <a:noFill/>
          <a:ln>
            <a:noFill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228600" y="881625"/>
            <a:ext cx="55653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244677" y="1660325"/>
            <a:ext cx="4390500" cy="36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244675" y="4049575"/>
            <a:ext cx="3215700" cy="19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244675" y="4406777"/>
            <a:ext cx="3215700" cy="19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3766025" y="4049575"/>
            <a:ext cx="3215700" cy="19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3766025" y="4406777"/>
            <a:ext cx="3215700" cy="19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hasCustomPrompt="1" idx="8" type="title"/>
          </p:nvPr>
        </p:nvSpPr>
        <p:spPr>
          <a:xfrm>
            <a:off x="149953" y="271577"/>
            <a:ext cx="1226400" cy="41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BLANK_1_1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212450" y="177900"/>
            <a:ext cx="57894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228600" y="1177425"/>
            <a:ext cx="3755700" cy="179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_2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type="title"/>
          </p:nvPr>
        </p:nvSpPr>
        <p:spPr>
          <a:xfrm>
            <a:off x="212450" y="177900"/>
            <a:ext cx="57894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228600" y="1177425"/>
            <a:ext cx="3755700" cy="22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31" name="Google Shape;31;p5"/>
          <p:cNvSpPr/>
          <p:nvPr/>
        </p:nvSpPr>
        <p:spPr>
          <a:xfrm rot="-4965287">
            <a:off x="3128596" y="1334473"/>
            <a:ext cx="9524549" cy="9524549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2" name="Google Shape;32;p5"/>
          <p:cNvSpPr txBox="1"/>
          <p:nvPr>
            <p:ph idx="2" type="subTitle"/>
          </p:nvPr>
        </p:nvSpPr>
        <p:spPr>
          <a:xfrm>
            <a:off x="5571900" y="3313500"/>
            <a:ext cx="3343500" cy="75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3" type="subTitle"/>
          </p:nvPr>
        </p:nvSpPr>
        <p:spPr>
          <a:xfrm>
            <a:off x="5571900" y="4320975"/>
            <a:ext cx="3343500" cy="35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BLANK_1_1_1_1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212450" y="177900"/>
            <a:ext cx="57894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ive messures">
  <p:cSld name="CUSTOM_8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212450" y="177900"/>
            <a:ext cx="5789400" cy="99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38" name="Google Shape;38;p7"/>
          <p:cNvSpPr txBox="1"/>
          <p:nvPr>
            <p:ph idx="2" type="title"/>
          </p:nvPr>
        </p:nvSpPr>
        <p:spPr>
          <a:xfrm>
            <a:off x="221800" y="2500876"/>
            <a:ext cx="2425500" cy="63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3" type="title"/>
          </p:nvPr>
        </p:nvSpPr>
        <p:spPr>
          <a:xfrm>
            <a:off x="221800" y="3264873"/>
            <a:ext cx="24255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4" type="title"/>
          </p:nvPr>
        </p:nvSpPr>
        <p:spPr>
          <a:xfrm>
            <a:off x="3355850" y="2500876"/>
            <a:ext cx="2425500" cy="63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41" name="Google Shape;41;p7"/>
          <p:cNvSpPr txBox="1"/>
          <p:nvPr>
            <p:ph idx="5" type="title"/>
          </p:nvPr>
        </p:nvSpPr>
        <p:spPr>
          <a:xfrm>
            <a:off x="6489900" y="2500876"/>
            <a:ext cx="2425500" cy="63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6" type="title"/>
          </p:nvPr>
        </p:nvSpPr>
        <p:spPr>
          <a:xfrm>
            <a:off x="3355850" y="3264873"/>
            <a:ext cx="24255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3" name="Google Shape;43;p7"/>
          <p:cNvSpPr txBox="1"/>
          <p:nvPr>
            <p:ph idx="7" type="title"/>
          </p:nvPr>
        </p:nvSpPr>
        <p:spPr>
          <a:xfrm>
            <a:off x="6496700" y="3264873"/>
            <a:ext cx="24255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hasCustomPrompt="1" idx="8" type="title"/>
          </p:nvPr>
        </p:nvSpPr>
        <p:spPr>
          <a:xfrm>
            <a:off x="228603" y="4043131"/>
            <a:ext cx="1226400" cy="4155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45" name="Google Shape;45;p7"/>
          <p:cNvSpPr txBox="1"/>
          <p:nvPr>
            <p:ph idx="9" type="title"/>
          </p:nvPr>
        </p:nvSpPr>
        <p:spPr>
          <a:xfrm>
            <a:off x="228600" y="4412525"/>
            <a:ext cx="789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46" name="Google Shape;46;p7"/>
          <p:cNvSpPr txBox="1"/>
          <p:nvPr>
            <p:ph hasCustomPrompt="1" idx="13" type="title"/>
          </p:nvPr>
        </p:nvSpPr>
        <p:spPr>
          <a:xfrm>
            <a:off x="1864803" y="4043131"/>
            <a:ext cx="1226400" cy="4155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47" name="Google Shape;47;p7"/>
          <p:cNvSpPr txBox="1"/>
          <p:nvPr>
            <p:ph idx="14" type="title"/>
          </p:nvPr>
        </p:nvSpPr>
        <p:spPr>
          <a:xfrm>
            <a:off x="1864800" y="4412525"/>
            <a:ext cx="789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48" name="Google Shape;48;p7"/>
          <p:cNvSpPr txBox="1"/>
          <p:nvPr>
            <p:ph hasCustomPrompt="1" idx="15" type="title"/>
          </p:nvPr>
        </p:nvSpPr>
        <p:spPr>
          <a:xfrm>
            <a:off x="3359253" y="4043131"/>
            <a:ext cx="1226400" cy="4155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49" name="Google Shape;49;p7"/>
          <p:cNvSpPr txBox="1"/>
          <p:nvPr>
            <p:ph idx="16" type="title"/>
          </p:nvPr>
        </p:nvSpPr>
        <p:spPr>
          <a:xfrm>
            <a:off x="3359250" y="4412525"/>
            <a:ext cx="789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50" name="Google Shape;50;p7"/>
          <p:cNvSpPr txBox="1"/>
          <p:nvPr>
            <p:ph hasCustomPrompt="1" idx="17" type="title"/>
          </p:nvPr>
        </p:nvSpPr>
        <p:spPr>
          <a:xfrm>
            <a:off x="4995453" y="4043131"/>
            <a:ext cx="1226400" cy="4155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51" name="Google Shape;51;p7"/>
          <p:cNvSpPr txBox="1"/>
          <p:nvPr>
            <p:ph idx="18" type="title"/>
          </p:nvPr>
        </p:nvSpPr>
        <p:spPr>
          <a:xfrm>
            <a:off x="4995450" y="4412525"/>
            <a:ext cx="789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52" name="Google Shape;52;p7"/>
          <p:cNvSpPr txBox="1"/>
          <p:nvPr>
            <p:ph hasCustomPrompt="1" idx="19" type="title"/>
          </p:nvPr>
        </p:nvSpPr>
        <p:spPr>
          <a:xfrm>
            <a:off x="6489903" y="4043131"/>
            <a:ext cx="1226400" cy="4155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53" name="Google Shape;53;p7"/>
          <p:cNvSpPr txBox="1"/>
          <p:nvPr>
            <p:ph idx="20" type="title"/>
          </p:nvPr>
        </p:nvSpPr>
        <p:spPr>
          <a:xfrm>
            <a:off x="6489900" y="4412525"/>
            <a:ext cx="789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54" name="Google Shape;54;p7"/>
          <p:cNvSpPr txBox="1"/>
          <p:nvPr>
            <p:ph hasCustomPrompt="1" idx="21" type="title"/>
          </p:nvPr>
        </p:nvSpPr>
        <p:spPr>
          <a:xfrm>
            <a:off x="8126103" y="4043131"/>
            <a:ext cx="1226400" cy="4155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7"/>
          <p:cNvSpPr txBox="1"/>
          <p:nvPr>
            <p:ph idx="22" type="title"/>
          </p:nvPr>
        </p:nvSpPr>
        <p:spPr>
          <a:xfrm>
            <a:off x="8126100" y="4412525"/>
            <a:ext cx="789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arter's highlighted outcomes">
  <p:cSld name="CUSTOM_7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5400012" scaled="0"/>
        </a:gra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/>
          <p:nvPr>
            <p:ph type="title"/>
          </p:nvPr>
        </p:nvSpPr>
        <p:spPr>
          <a:xfrm>
            <a:off x="212450" y="177900"/>
            <a:ext cx="5789400" cy="7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58" name="Google Shape;58;p8"/>
          <p:cNvSpPr txBox="1"/>
          <p:nvPr>
            <p:ph idx="1" type="subTitle"/>
          </p:nvPr>
        </p:nvSpPr>
        <p:spPr>
          <a:xfrm>
            <a:off x="228600" y="1799302"/>
            <a:ext cx="16494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2" type="subTitle"/>
          </p:nvPr>
        </p:nvSpPr>
        <p:spPr>
          <a:xfrm>
            <a:off x="228600" y="2926752"/>
            <a:ext cx="16494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3" type="subTitle"/>
          </p:nvPr>
        </p:nvSpPr>
        <p:spPr>
          <a:xfrm>
            <a:off x="228600" y="4033496"/>
            <a:ext cx="16494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  <p:sp>
        <p:nvSpPr>
          <p:cNvPr id="61" name="Google Shape;61;p8"/>
          <p:cNvSpPr txBox="1"/>
          <p:nvPr>
            <p:ph idx="4" type="subTitle"/>
          </p:nvPr>
        </p:nvSpPr>
        <p:spPr>
          <a:xfrm>
            <a:off x="2443950" y="1820000"/>
            <a:ext cx="19287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2" name="Google Shape;62;p8"/>
          <p:cNvSpPr txBox="1"/>
          <p:nvPr>
            <p:ph idx="5" type="subTitle"/>
          </p:nvPr>
        </p:nvSpPr>
        <p:spPr>
          <a:xfrm>
            <a:off x="2443950" y="2937100"/>
            <a:ext cx="19287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3" name="Google Shape;63;p8"/>
          <p:cNvSpPr txBox="1"/>
          <p:nvPr>
            <p:ph idx="6" type="subTitle"/>
          </p:nvPr>
        </p:nvSpPr>
        <p:spPr>
          <a:xfrm>
            <a:off x="2443950" y="4054200"/>
            <a:ext cx="19287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4" name="Google Shape;64;p8"/>
          <p:cNvSpPr txBox="1"/>
          <p:nvPr>
            <p:ph idx="7" type="subTitle"/>
          </p:nvPr>
        </p:nvSpPr>
        <p:spPr>
          <a:xfrm>
            <a:off x="5050200" y="1820000"/>
            <a:ext cx="27975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9pPr>
          </a:lstStyle>
          <a:p/>
        </p:txBody>
      </p:sp>
      <p:sp>
        <p:nvSpPr>
          <p:cNvPr id="65" name="Google Shape;65;p8"/>
          <p:cNvSpPr txBox="1"/>
          <p:nvPr>
            <p:ph idx="8" type="subTitle"/>
          </p:nvPr>
        </p:nvSpPr>
        <p:spPr>
          <a:xfrm>
            <a:off x="5050200" y="2937100"/>
            <a:ext cx="27975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9pPr>
          </a:lstStyle>
          <a:p/>
        </p:txBody>
      </p:sp>
      <p:sp>
        <p:nvSpPr>
          <p:cNvPr id="66" name="Google Shape;66;p8"/>
          <p:cNvSpPr txBox="1"/>
          <p:nvPr>
            <p:ph idx="9" type="subTitle"/>
          </p:nvPr>
        </p:nvSpPr>
        <p:spPr>
          <a:xfrm>
            <a:off x="5050200" y="4054200"/>
            <a:ext cx="27975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ndicators">
  <p:cSld name="CUSTOM_6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9"/>
          <p:cNvSpPr txBox="1"/>
          <p:nvPr>
            <p:ph hasCustomPrompt="1" type="title"/>
          </p:nvPr>
        </p:nvSpPr>
        <p:spPr>
          <a:xfrm>
            <a:off x="3370125" y="3495645"/>
            <a:ext cx="1127400" cy="46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69" name="Google Shape;69;p9"/>
          <p:cNvSpPr txBox="1"/>
          <p:nvPr>
            <p:ph idx="1" type="subTitle"/>
          </p:nvPr>
        </p:nvSpPr>
        <p:spPr>
          <a:xfrm>
            <a:off x="3372000" y="3897425"/>
            <a:ext cx="1181700" cy="27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0" name="Google Shape;70;p9"/>
          <p:cNvSpPr txBox="1"/>
          <p:nvPr>
            <p:ph hasCustomPrompt="1" idx="2" type="title"/>
          </p:nvPr>
        </p:nvSpPr>
        <p:spPr>
          <a:xfrm>
            <a:off x="5819400" y="2556158"/>
            <a:ext cx="2208900" cy="7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71" name="Google Shape;71;p9"/>
          <p:cNvSpPr txBox="1"/>
          <p:nvPr>
            <p:ph idx="3" type="subTitle"/>
          </p:nvPr>
        </p:nvSpPr>
        <p:spPr>
          <a:xfrm>
            <a:off x="6017200" y="3305600"/>
            <a:ext cx="1731600" cy="27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2" name="Google Shape;72;p9"/>
          <p:cNvSpPr txBox="1"/>
          <p:nvPr>
            <p:ph idx="4" type="title"/>
          </p:nvPr>
        </p:nvSpPr>
        <p:spPr>
          <a:xfrm>
            <a:off x="212450" y="177900"/>
            <a:ext cx="5645700" cy="790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73" name="Google Shape;73;p9"/>
          <p:cNvSpPr txBox="1"/>
          <p:nvPr>
            <p:ph hasCustomPrompt="1" idx="5" type="title"/>
          </p:nvPr>
        </p:nvSpPr>
        <p:spPr>
          <a:xfrm>
            <a:off x="1753450" y="3792650"/>
            <a:ext cx="798000" cy="46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74" name="Google Shape;74;p9"/>
          <p:cNvSpPr txBox="1"/>
          <p:nvPr>
            <p:ph idx="6" type="subTitle"/>
          </p:nvPr>
        </p:nvSpPr>
        <p:spPr>
          <a:xfrm>
            <a:off x="1561550" y="4183550"/>
            <a:ext cx="1181700" cy="27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items">
  <p:cSld name="CUSTOM_2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5400012" scaled="0"/>
        </a:gra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0"/>
          <p:cNvSpPr txBox="1"/>
          <p:nvPr>
            <p:ph type="title"/>
          </p:nvPr>
        </p:nvSpPr>
        <p:spPr>
          <a:xfrm>
            <a:off x="212450" y="177900"/>
            <a:ext cx="57894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77" name="Google Shape;77;p10"/>
          <p:cNvSpPr txBox="1"/>
          <p:nvPr>
            <p:ph idx="1" type="subTitle"/>
          </p:nvPr>
        </p:nvSpPr>
        <p:spPr>
          <a:xfrm>
            <a:off x="591847" y="1999125"/>
            <a:ext cx="2481300" cy="2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78" name="Google Shape;78;p10"/>
          <p:cNvSpPr txBox="1"/>
          <p:nvPr>
            <p:ph idx="2" type="subTitle"/>
          </p:nvPr>
        </p:nvSpPr>
        <p:spPr>
          <a:xfrm>
            <a:off x="587100" y="2375550"/>
            <a:ext cx="2481300" cy="63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9" name="Google Shape;79;p10"/>
          <p:cNvSpPr txBox="1"/>
          <p:nvPr>
            <p:ph idx="3" type="subTitle"/>
          </p:nvPr>
        </p:nvSpPr>
        <p:spPr>
          <a:xfrm>
            <a:off x="4991772" y="1999125"/>
            <a:ext cx="2481300" cy="2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80" name="Google Shape;80;p10"/>
          <p:cNvSpPr txBox="1"/>
          <p:nvPr>
            <p:ph idx="4" type="subTitle"/>
          </p:nvPr>
        </p:nvSpPr>
        <p:spPr>
          <a:xfrm>
            <a:off x="591847" y="3389100"/>
            <a:ext cx="2481300" cy="2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81" name="Google Shape;81;p10"/>
          <p:cNvSpPr txBox="1"/>
          <p:nvPr>
            <p:ph idx="5" type="subTitle"/>
          </p:nvPr>
        </p:nvSpPr>
        <p:spPr>
          <a:xfrm>
            <a:off x="587100" y="3765525"/>
            <a:ext cx="2481300" cy="63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2" name="Google Shape;82;p10"/>
          <p:cNvSpPr txBox="1"/>
          <p:nvPr>
            <p:ph idx="6" type="subTitle"/>
          </p:nvPr>
        </p:nvSpPr>
        <p:spPr>
          <a:xfrm>
            <a:off x="4987025" y="2375550"/>
            <a:ext cx="2481300" cy="63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3" name="Google Shape;83;p10"/>
          <p:cNvSpPr txBox="1"/>
          <p:nvPr>
            <p:ph idx="7" type="subTitle"/>
          </p:nvPr>
        </p:nvSpPr>
        <p:spPr>
          <a:xfrm>
            <a:off x="4994147" y="3389100"/>
            <a:ext cx="2481300" cy="2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84" name="Google Shape;84;p10"/>
          <p:cNvSpPr txBox="1"/>
          <p:nvPr>
            <p:ph idx="8" type="subTitle"/>
          </p:nvPr>
        </p:nvSpPr>
        <p:spPr>
          <a:xfrm>
            <a:off x="4989400" y="3765525"/>
            <a:ext cx="2481300" cy="63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1">
  <p:cSld name="CUSTOM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1"/>
          <p:cNvSpPr/>
          <p:nvPr>
            <p:ph idx="2" type="pic"/>
          </p:nvPr>
        </p:nvSpPr>
        <p:spPr>
          <a:xfrm>
            <a:off x="2481280" y="1138750"/>
            <a:ext cx="1928700" cy="1928700"/>
          </a:xfrm>
          <a:prstGeom prst="rect">
            <a:avLst/>
          </a:prstGeom>
          <a:noFill/>
          <a:ln>
            <a:noFill/>
          </a:ln>
        </p:spPr>
      </p:sp>
      <p:sp>
        <p:nvSpPr>
          <p:cNvPr id="87" name="Google Shape;87;p11"/>
          <p:cNvSpPr/>
          <p:nvPr>
            <p:ph idx="3" type="pic"/>
          </p:nvPr>
        </p:nvSpPr>
        <p:spPr>
          <a:xfrm>
            <a:off x="4733955" y="1138750"/>
            <a:ext cx="1928700" cy="1928700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11"/>
          <p:cNvSpPr/>
          <p:nvPr>
            <p:ph idx="4" type="pic"/>
          </p:nvPr>
        </p:nvSpPr>
        <p:spPr>
          <a:xfrm>
            <a:off x="6986630" y="1138750"/>
            <a:ext cx="1928700" cy="1928700"/>
          </a:xfrm>
          <a:prstGeom prst="rect">
            <a:avLst/>
          </a:prstGeom>
          <a:noFill/>
          <a:ln>
            <a:noFill/>
          </a:ln>
        </p:spPr>
      </p:sp>
      <p:sp>
        <p:nvSpPr>
          <p:cNvPr id="89" name="Google Shape;89;p11"/>
          <p:cNvSpPr/>
          <p:nvPr>
            <p:ph idx="5" type="pic"/>
          </p:nvPr>
        </p:nvSpPr>
        <p:spPr>
          <a:xfrm>
            <a:off x="228605" y="1138750"/>
            <a:ext cx="1928700" cy="19287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90" name="Google Shape;90;p11"/>
          <p:cNvCxnSpPr/>
          <p:nvPr/>
        </p:nvCxnSpPr>
        <p:spPr>
          <a:xfrm>
            <a:off x="228600" y="4912325"/>
            <a:ext cx="19287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" name="Google Shape;91;p11"/>
          <p:cNvCxnSpPr/>
          <p:nvPr/>
        </p:nvCxnSpPr>
        <p:spPr>
          <a:xfrm>
            <a:off x="2481275" y="4912325"/>
            <a:ext cx="19287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" name="Google Shape;92;p11"/>
          <p:cNvCxnSpPr/>
          <p:nvPr/>
        </p:nvCxnSpPr>
        <p:spPr>
          <a:xfrm>
            <a:off x="4733950" y="4912325"/>
            <a:ext cx="19287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" name="Google Shape;93;p11"/>
          <p:cNvCxnSpPr/>
          <p:nvPr/>
        </p:nvCxnSpPr>
        <p:spPr>
          <a:xfrm>
            <a:off x="6986625" y="4912325"/>
            <a:ext cx="19287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" name="Google Shape;94;p11"/>
          <p:cNvSpPr txBox="1"/>
          <p:nvPr>
            <p:ph type="title"/>
          </p:nvPr>
        </p:nvSpPr>
        <p:spPr>
          <a:xfrm>
            <a:off x="211793" y="143171"/>
            <a:ext cx="6054600" cy="50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5" name="Google Shape;95;p11"/>
          <p:cNvSpPr txBox="1"/>
          <p:nvPr>
            <p:ph idx="1" type="subTitle"/>
          </p:nvPr>
        </p:nvSpPr>
        <p:spPr>
          <a:xfrm>
            <a:off x="228650" y="3343950"/>
            <a:ext cx="1928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96" name="Google Shape;96;p11"/>
          <p:cNvSpPr txBox="1"/>
          <p:nvPr>
            <p:ph idx="6" type="subTitle"/>
          </p:nvPr>
        </p:nvSpPr>
        <p:spPr>
          <a:xfrm>
            <a:off x="228600" y="3581375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7" name="Google Shape;97;p11"/>
          <p:cNvSpPr txBox="1"/>
          <p:nvPr>
            <p:ph idx="7" type="subTitle"/>
          </p:nvPr>
        </p:nvSpPr>
        <p:spPr>
          <a:xfrm>
            <a:off x="228600" y="3981350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8" name="Google Shape;98;p11"/>
          <p:cNvSpPr txBox="1"/>
          <p:nvPr>
            <p:ph idx="8" type="subTitle"/>
          </p:nvPr>
        </p:nvSpPr>
        <p:spPr>
          <a:xfrm>
            <a:off x="2481350" y="3343950"/>
            <a:ext cx="1928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99" name="Google Shape;99;p11"/>
          <p:cNvSpPr txBox="1"/>
          <p:nvPr>
            <p:ph idx="9" type="subTitle"/>
          </p:nvPr>
        </p:nvSpPr>
        <p:spPr>
          <a:xfrm>
            <a:off x="2481300" y="3581375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0" name="Google Shape;100;p11"/>
          <p:cNvSpPr txBox="1"/>
          <p:nvPr>
            <p:ph idx="13" type="subTitle"/>
          </p:nvPr>
        </p:nvSpPr>
        <p:spPr>
          <a:xfrm>
            <a:off x="2481300" y="3981350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1" name="Google Shape;101;p11"/>
          <p:cNvSpPr txBox="1"/>
          <p:nvPr>
            <p:ph idx="14" type="subTitle"/>
          </p:nvPr>
        </p:nvSpPr>
        <p:spPr>
          <a:xfrm>
            <a:off x="4734050" y="3343950"/>
            <a:ext cx="1928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02" name="Google Shape;102;p11"/>
          <p:cNvSpPr txBox="1"/>
          <p:nvPr>
            <p:ph idx="15" type="subTitle"/>
          </p:nvPr>
        </p:nvSpPr>
        <p:spPr>
          <a:xfrm>
            <a:off x="4734000" y="3581375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3" name="Google Shape;103;p11"/>
          <p:cNvSpPr txBox="1"/>
          <p:nvPr>
            <p:ph idx="16" type="subTitle"/>
          </p:nvPr>
        </p:nvSpPr>
        <p:spPr>
          <a:xfrm>
            <a:off x="4734000" y="3981350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4" name="Google Shape;104;p11"/>
          <p:cNvSpPr txBox="1"/>
          <p:nvPr>
            <p:ph idx="17" type="subTitle"/>
          </p:nvPr>
        </p:nvSpPr>
        <p:spPr>
          <a:xfrm>
            <a:off x="6986750" y="3343950"/>
            <a:ext cx="1928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05" name="Google Shape;105;p11"/>
          <p:cNvSpPr txBox="1"/>
          <p:nvPr>
            <p:ph idx="18" type="subTitle"/>
          </p:nvPr>
        </p:nvSpPr>
        <p:spPr>
          <a:xfrm>
            <a:off x="6986700" y="3581375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6" name="Google Shape;106;p11"/>
          <p:cNvSpPr txBox="1"/>
          <p:nvPr>
            <p:ph idx="19" type="subTitle"/>
          </p:nvPr>
        </p:nvSpPr>
        <p:spPr>
          <a:xfrm>
            <a:off x="6986700" y="3981350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2">
  <p:cSld name="CUSTOM_1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2"/>
          <p:cNvSpPr/>
          <p:nvPr>
            <p:ph idx="2" type="pic"/>
          </p:nvPr>
        </p:nvSpPr>
        <p:spPr>
          <a:xfrm>
            <a:off x="7034475" y="1338925"/>
            <a:ext cx="1833000" cy="18330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12"/>
          <p:cNvSpPr/>
          <p:nvPr>
            <p:ph idx="3" type="pic"/>
          </p:nvPr>
        </p:nvSpPr>
        <p:spPr>
          <a:xfrm>
            <a:off x="2529125" y="1338925"/>
            <a:ext cx="1833000" cy="1833000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12"/>
          <p:cNvSpPr/>
          <p:nvPr>
            <p:ph idx="4" type="pic"/>
          </p:nvPr>
        </p:nvSpPr>
        <p:spPr>
          <a:xfrm>
            <a:off x="4781800" y="1338925"/>
            <a:ext cx="1833000" cy="1833000"/>
          </a:xfrm>
          <a:prstGeom prst="rect">
            <a:avLst/>
          </a:prstGeom>
          <a:noFill/>
          <a:ln>
            <a:noFill/>
          </a:ln>
        </p:spPr>
      </p:sp>
      <p:sp>
        <p:nvSpPr>
          <p:cNvPr id="111" name="Google Shape;111;p12"/>
          <p:cNvSpPr/>
          <p:nvPr>
            <p:ph idx="5" type="pic"/>
          </p:nvPr>
        </p:nvSpPr>
        <p:spPr>
          <a:xfrm>
            <a:off x="276450" y="1338925"/>
            <a:ext cx="1833000" cy="1833000"/>
          </a:xfrm>
          <a:prstGeom prst="rect">
            <a:avLst/>
          </a:prstGeom>
          <a:noFill/>
          <a:ln>
            <a:noFill/>
          </a:ln>
        </p:spPr>
      </p:sp>
      <p:sp>
        <p:nvSpPr>
          <p:cNvPr id="112" name="Google Shape;112;p12"/>
          <p:cNvSpPr txBox="1"/>
          <p:nvPr>
            <p:ph type="title"/>
          </p:nvPr>
        </p:nvSpPr>
        <p:spPr>
          <a:xfrm>
            <a:off x="211793" y="143171"/>
            <a:ext cx="6054600" cy="50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3" name="Google Shape;113;p12"/>
          <p:cNvSpPr txBox="1"/>
          <p:nvPr>
            <p:ph idx="1" type="subTitle"/>
          </p:nvPr>
        </p:nvSpPr>
        <p:spPr>
          <a:xfrm>
            <a:off x="424150" y="3421400"/>
            <a:ext cx="1553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14" name="Google Shape;114;p12"/>
          <p:cNvSpPr txBox="1"/>
          <p:nvPr>
            <p:ph idx="6" type="subTitle"/>
          </p:nvPr>
        </p:nvSpPr>
        <p:spPr>
          <a:xfrm>
            <a:off x="424100" y="3658825"/>
            <a:ext cx="14253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5" name="Google Shape;115;p12"/>
          <p:cNvSpPr txBox="1"/>
          <p:nvPr>
            <p:ph idx="7" type="subTitle"/>
          </p:nvPr>
        </p:nvSpPr>
        <p:spPr>
          <a:xfrm>
            <a:off x="2676825" y="3421400"/>
            <a:ext cx="1553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16" name="Google Shape;116;p12"/>
          <p:cNvSpPr txBox="1"/>
          <p:nvPr>
            <p:ph idx="8" type="subTitle"/>
          </p:nvPr>
        </p:nvSpPr>
        <p:spPr>
          <a:xfrm>
            <a:off x="2676775" y="3658825"/>
            <a:ext cx="14253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7" name="Google Shape;117;p12"/>
          <p:cNvSpPr txBox="1"/>
          <p:nvPr>
            <p:ph idx="9" type="subTitle"/>
          </p:nvPr>
        </p:nvSpPr>
        <p:spPr>
          <a:xfrm>
            <a:off x="4921475" y="3421400"/>
            <a:ext cx="1553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18" name="Google Shape;118;p12"/>
          <p:cNvSpPr txBox="1"/>
          <p:nvPr>
            <p:ph idx="13" type="subTitle"/>
          </p:nvPr>
        </p:nvSpPr>
        <p:spPr>
          <a:xfrm>
            <a:off x="4921425" y="3658825"/>
            <a:ext cx="14253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9" name="Google Shape;119;p12"/>
          <p:cNvSpPr txBox="1"/>
          <p:nvPr>
            <p:ph idx="14" type="subTitle"/>
          </p:nvPr>
        </p:nvSpPr>
        <p:spPr>
          <a:xfrm>
            <a:off x="7182175" y="3421400"/>
            <a:ext cx="1553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20" name="Google Shape;120;p12"/>
          <p:cNvSpPr txBox="1"/>
          <p:nvPr>
            <p:ph idx="15" type="subTitle"/>
          </p:nvPr>
        </p:nvSpPr>
        <p:spPr>
          <a:xfrm>
            <a:off x="7182125" y="3658825"/>
            <a:ext cx="14253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title and body">
  <p:cSld name="BLANK_1_1_1_1_2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3"/>
          <p:cNvSpPr txBox="1"/>
          <p:nvPr>
            <p:ph type="title"/>
          </p:nvPr>
        </p:nvSpPr>
        <p:spPr>
          <a:xfrm>
            <a:off x="212450" y="177900"/>
            <a:ext cx="64470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9pPr>
          </a:lstStyle>
          <a:p/>
        </p:txBody>
      </p:sp>
      <p:cxnSp>
        <p:nvCxnSpPr>
          <p:cNvPr id="123" name="Google Shape;123;p13"/>
          <p:cNvCxnSpPr/>
          <p:nvPr/>
        </p:nvCxnSpPr>
        <p:spPr>
          <a:xfrm>
            <a:off x="228600" y="627300"/>
            <a:ext cx="4407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4" name="Google Shape;124;p13"/>
          <p:cNvSpPr txBox="1"/>
          <p:nvPr>
            <p:ph idx="1" type="body"/>
          </p:nvPr>
        </p:nvSpPr>
        <p:spPr>
          <a:xfrm>
            <a:off x="228600" y="1343100"/>
            <a:ext cx="4390500" cy="112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125" name="Google Shape;125;p13"/>
          <p:cNvSpPr txBox="1"/>
          <p:nvPr>
            <p:ph idx="2" type="subTitle"/>
          </p:nvPr>
        </p:nvSpPr>
        <p:spPr>
          <a:xfrm>
            <a:off x="230434" y="881700"/>
            <a:ext cx="64470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Quotes - Alt 1">
  <p:cSld name="BLANK_1_1_1_1_2_1_1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4"/>
          <p:cNvSpPr/>
          <p:nvPr>
            <p:ph idx="2" type="pic"/>
          </p:nvPr>
        </p:nvSpPr>
        <p:spPr>
          <a:xfrm>
            <a:off x="468925" y="3643975"/>
            <a:ext cx="686400" cy="686400"/>
          </a:xfrm>
          <a:prstGeom prst="rect">
            <a:avLst/>
          </a:prstGeom>
          <a:noFill/>
          <a:ln>
            <a:noFill/>
          </a:ln>
        </p:spPr>
      </p:sp>
      <p:sp>
        <p:nvSpPr>
          <p:cNvPr id="128" name="Google Shape;128;p14"/>
          <p:cNvSpPr txBox="1"/>
          <p:nvPr>
            <p:ph type="title"/>
          </p:nvPr>
        </p:nvSpPr>
        <p:spPr>
          <a:xfrm>
            <a:off x="212450" y="177900"/>
            <a:ext cx="57894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29" name="Google Shape;129;p14"/>
          <p:cNvSpPr txBox="1"/>
          <p:nvPr>
            <p:ph idx="1" type="body"/>
          </p:nvPr>
        </p:nvSpPr>
        <p:spPr>
          <a:xfrm>
            <a:off x="228600" y="1343100"/>
            <a:ext cx="4390500" cy="112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130" name="Google Shape;130;p14"/>
          <p:cNvSpPr txBox="1"/>
          <p:nvPr>
            <p:ph idx="3" type="subTitle"/>
          </p:nvPr>
        </p:nvSpPr>
        <p:spPr>
          <a:xfrm>
            <a:off x="228600" y="881700"/>
            <a:ext cx="86868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  <p:sp>
        <p:nvSpPr>
          <p:cNvPr id="131" name="Google Shape;131;p14"/>
          <p:cNvSpPr txBox="1"/>
          <p:nvPr>
            <p:ph idx="4" type="subTitle"/>
          </p:nvPr>
        </p:nvSpPr>
        <p:spPr>
          <a:xfrm>
            <a:off x="1326075" y="3653375"/>
            <a:ext cx="2902200" cy="619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32" name="Google Shape;132;p14"/>
          <p:cNvSpPr txBox="1"/>
          <p:nvPr>
            <p:ph idx="5" type="subTitle"/>
          </p:nvPr>
        </p:nvSpPr>
        <p:spPr>
          <a:xfrm>
            <a:off x="1334825" y="4491500"/>
            <a:ext cx="2902200" cy="209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33" name="Google Shape;133;p14"/>
          <p:cNvSpPr/>
          <p:nvPr>
            <p:ph idx="6" type="pic"/>
          </p:nvPr>
        </p:nvSpPr>
        <p:spPr>
          <a:xfrm>
            <a:off x="4909975" y="3643975"/>
            <a:ext cx="686400" cy="686400"/>
          </a:xfrm>
          <a:prstGeom prst="rect">
            <a:avLst/>
          </a:prstGeom>
          <a:noFill/>
          <a:ln>
            <a:noFill/>
          </a:ln>
        </p:spPr>
      </p:sp>
      <p:sp>
        <p:nvSpPr>
          <p:cNvPr id="134" name="Google Shape;134;p14"/>
          <p:cNvSpPr txBox="1"/>
          <p:nvPr>
            <p:ph idx="7" type="subTitle"/>
          </p:nvPr>
        </p:nvSpPr>
        <p:spPr>
          <a:xfrm>
            <a:off x="5764775" y="3653375"/>
            <a:ext cx="2902200" cy="619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35" name="Google Shape;135;p14"/>
          <p:cNvSpPr txBox="1"/>
          <p:nvPr>
            <p:ph idx="8" type="subTitle"/>
          </p:nvPr>
        </p:nvSpPr>
        <p:spPr>
          <a:xfrm>
            <a:off x="5773525" y="4491500"/>
            <a:ext cx="2902200" cy="209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BLANK_1_1_1_1_1_1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16200038" scaled="0"/>
        </a:gra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5"/>
          <p:cNvSpPr/>
          <p:nvPr/>
        </p:nvSpPr>
        <p:spPr>
          <a:xfrm rot="10800000">
            <a:off x="-533850" y="726875"/>
            <a:ext cx="5915100" cy="5915100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38" name="Google Shape;138;p15"/>
          <p:cNvSpPr/>
          <p:nvPr/>
        </p:nvSpPr>
        <p:spPr>
          <a:xfrm>
            <a:off x="3370825" y="-960900"/>
            <a:ext cx="2762400" cy="2762400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39" name="Google Shape;139;p15"/>
          <p:cNvSpPr/>
          <p:nvPr/>
        </p:nvSpPr>
        <p:spPr>
          <a:xfrm>
            <a:off x="7959600" y="2651706"/>
            <a:ext cx="1184400" cy="1184400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0" name="Google Shape;140;p15"/>
          <p:cNvSpPr/>
          <p:nvPr/>
        </p:nvSpPr>
        <p:spPr>
          <a:xfrm rot="5400000">
            <a:off x="8226006" y="4222931"/>
            <a:ext cx="24300" cy="13545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1" name="Google Shape;141;p15"/>
          <p:cNvSpPr/>
          <p:nvPr/>
        </p:nvSpPr>
        <p:spPr>
          <a:xfrm flipH="1" rot="-5400000">
            <a:off x="5305483" y="4527881"/>
            <a:ext cx="24300" cy="7446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2" name="Google Shape;142;p15"/>
          <p:cNvSpPr/>
          <p:nvPr/>
        </p:nvSpPr>
        <p:spPr>
          <a:xfrm rot="5400000">
            <a:off x="6836506" y="488803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3" name="Google Shape;143;p15"/>
          <p:cNvSpPr/>
          <p:nvPr/>
        </p:nvSpPr>
        <p:spPr>
          <a:xfrm rot="5400000">
            <a:off x="4231694" y="488803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4" name="Google Shape;144;p15"/>
          <p:cNvSpPr/>
          <p:nvPr/>
        </p:nvSpPr>
        <p:spPr>
          <a:xfrm rot="5400000">
            <a:off x="6618644" y="488803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5" name="Google Shape;145;p15"/>
          <p:cNvSpPr/>
          <p:nvPr/>
        </p:nvSpPr>
        <p:spPr>
          <a:xfrm rot="5400000">
            <a:off x="3164781" y="4222931"/>
            <a:ext cx="24300" cy="13545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6" name="Google Shape;146;p15"/>
          <p:cNvSpPr/>
          <p:nvPr/>
        </p:nvSpPr>
        <p:spPr>
          <a:xfrm flipH="1" rot="-5400000">
            <a:off x="531076" y="4586075"/>
            <a:ext cx="24300" cy="6282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7" name="Google Shape;147;p15"/>
          <p:cNvSpPr/>
          <p:nvPr/>
        </p:nvSpPr>
        <p:spPr>
          <a:xfrm rot="5400000">
            <a:off x="6400806" y="488803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8" name="Google Shape;148;p15"/>
          <p:cNvSpPr/>
          <p:nvPr/>
        </p:nvSpPr>
        <p:spPr>
          <a:xfrm rot="5400000">
            <a:off x="1557419" y="488803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9" name="Google Shape;149;p15"/>
          <p:cNvSpPr txBox="1"/>
          <p:nvPr>
            <p:ph type="title"/>
          </p:nvPr>
        </p:nvSpPr>
        <p:spPr>
          <a:xfrm>
            <a:off x="977700" y="1410450"/>
            <a:ext cx="7188600" cy="232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">
  <p:cSld name="BLANK_1_1_1_1_1_1_1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6"/>
          <p:cNvSpPr/>
          <p:nvPr/>
        </p:nvSpPr>
        <p:spPr>
          <a:xfrm rot="-8920466">
            <a:off x="2599338" y="503023"/>
            <a:ext cx="5915173" cy="5915173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" name="Google Shape;152;p16"/>
          <p:cNvSpPr txBox="1"/>
          <p:nvPr>
            <p:ph idx="1" type="subTitle"/>
          </p:nvPr>
        </p:nvSpPr>
        <p:spPr>
          <a:xfrm>
            <a:off x="3237075" y="4074650"/>
            <a:ext cx="26697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53" name="Google Shape;153;p16"/>
          <p:cNvSpPr/>
          <p:nvPr/>
        </p:nvSpPr>
        <p:spPr>
          <a:xfrm rot="-8920806">
            <a:off x="581601" y="399117"/>
            <a:ext cx="1887207" cy="1887207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" name="Google Shape;154;p16"/>
          <p:cNvSpPr txBox="1"/>
          <p:nvPr>
            <p:ph type="title"/>
          </p:nvPr>
        </p:nvSpPr>
        <p:spPr>
          <a:xfrm>
            <a:off x="1174800" y="1562850"/>
            <a:ext cx="6794400" cy="232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/>
        </p:txBody>
      </p:sp>
      <p:sp>
        <p:nvSpPr>
          <p:cNvPr id="155" name="Google Shape;155;p16"/>
          <p:cNvSpPr/>
          <p:nvPr/>
        </p:nvSpPr>
        <p:spPr>
          <a:xfrm>
            <a:off x="8891100" y="228600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56" name="Google Shape;156;p16"/>
          <p:cNvSpPr/>
          <p:nvPr/>
        </p:nvSpPr>
        <p:spPr>
          <a:xfrm>
            <a:off x="8891100" y="446463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57" name="Google Shape;157;p16"/>
          <p:cNvSpPr/>
          <p:nvPr/>
        </p:nvSpPr>
        <p:spPr>
          <a:xfrm rot="5400000">
            <a:off x="8673244" y="22863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58" name="Google Shape;158;p16"/>
          <p:cNvSpPr/>
          <p:nvPr/>
        </p:nvSpPr>
        <p:spPr>
          <a:xfrm rot="-5400000">
            <a:off x="228591" y="228603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59" name="Google Shape;159;p16"/>
          <p:cNvSpPr/>
          <p:nvPr/>
        </p:nvSpPr>
        <p:spPr>
          <a:xfrm rot="-5400000">
            <a:off x="446453" y="228603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0" name="Google Shape;160;p16"/>
          <p:cNvSpPr/>
          <p:nvPr/>
        </p:nvSpPr>
        <p:spPr>
          <a:xfrm>
            <a:off x="228622" y="446459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1" name="Google Shape;161;p16"/>
          <p:cNvSpPr/>
          <p:nvPr/>
        </p:nvSpPr>
        <p:spPr>
          <a:xfrm rot="10800000">
            <a:off x="228591" y="4888025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2" name="Google Shape;162;p16"/>
          <p:cNvSpPr/>
          <p:nvPr/>
        </p:nvSpPr>
        <p:spPr>
          <a:xfrm rot="10800000">
            <a:off x="228591" y="4670163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3" name="Google Shape;163;p16"/>
          <p:cNvSpPr/>
          <p:nvPr/>
        </p:nvSpPr>
        <p:spPr>
          <a:xfrm rot="-5400000">
            <a:off x="446447" y="4887994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4" name="Google Shape;164;p16"/>
          <p:cNvSpPr/>
          <p:nvPr/>
        </p:nvSpPr>
        <p:spPr>
          <a:xfrm rot="5400000">
            <a:off x="8891100" y="4888022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5" name="Google Shape;165;p16"/>
          <p:cNvSpPr/>
          <p:nvPr/>
        </p:nvSpPr>
        <p:spPr>
          <a:xfrm rot="5400000">
            <a:off x="8673238" y="4888022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6" name="Google Shape;166;p16"/>
          <p:cNvSpPr/>
          <p:nvPr/>
        </p:nvSpPr>
        <p:spPr>
          <a:xfrm rot="10800000">
            <a:off x="8891069" y="4670166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7" name="Google Shape;167;p16"/>
          <p:cNvSpPr txBox="1"/>
          <p:nvPr>
            <p:ph idx="2" type="subTitle"/>
          </p:nvPr>
        </p:nvSpPr>
        <p:spPr>
          <a:xfrm>
            <a:off x="3237075" y="4300975"/>
            <a:ext cx="26697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st">
  <p:cSld name="BLANK_1_1_1_1_1_1_1_1_1_1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"/>
          <p:cNvSpPr txBox="1"/>
          <p:nvPr>
            <p:ph idx="1" type="subTitle"/>
          </p:nvPr>
        </p:nvSpPr>
        <p:spPr>
          <a:xfrm>
            <a:off x="228600" y="2077513"/>
            <a:ext cx="2568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170" name="Google Shape;170;p17"/>
          <p:cNvSpPr txBox="1"/>
          <p:nvPr>
            <p:ph idx="2" type="subTitle"/>
          </p:nvPr>
        </p:nvSpPr>
        <p:spPr>
          <a:xfrm>
            <a:off x="228600" y="2764250"/>
            <a:ext cx="2568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171" name="Google Shape;171;p17"/>
          <p:cNvSpPr txBox="1"/>
          <p:nvPr>
            <p:ph idx="3" type="subTitle"/>
          </p:nvPr>
        </p:nvSpPr>
        <p:spPr>
          <a:xfrm>
            <a:off x="228700" y="3469938"/>
            <a:ext cx="2568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172" name="Google Shape;172;p17"/>
          <p:cNvSpPr txBox="1"/>
          <p:nvPr>
            <p:ph idx="4" type="subTitle"/>
          </p:nvPr>
        </p:nvSpPr>
        <p:spPr>
          <a:xfrm>
            <a:off x="228700" y="4194625"/>
            <a:ext cx="2568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173" name="Google Shape;173;p17"/>
          <p:cNvSpPr txBox="1"/>
          <p:nvPr>
            <p:ph type="title"/>
          </p:nvPr>
        </p:nvSpPr>
        <p:spPr>
          <a:xfrm>
            <a:off x="212450" y="177900"/>
            <a:ext cx="64467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74" name="Google Shape;174;p17"/>
          <p:cNvSpPr txBox="1"/>
          <p:nvPr>
            <p:ph idx="5" type="subTitle"/>
          </p:nvPr>
        </p:nvSpPr>
        <p:spPr>
          <a:xfrm>
            <a:off x="631800" y="2060357"/>
            <a:ext cx="21282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5" name="Google Shape;175;p17"/>
          <p:cNvSpPr txBox="1"/>
          <p:nvPr>
            <p:ph idx="6" type="subTitle"/>
          </p:nvPr>
        </p:nvSpPr>
        <p:spPr>
          <a:xfrm>
            <a:off x="631800" y="2747082"/>
            <a:ext cx="21282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6" name="Google Shape;176;p17"/>
          <p:cNvSpPr txBox="1"/>
          <p:nvPr>
            <p:ph idx="7" type="subTitle"/>
          </p:nvPr>
        </p:nvSpPr>
        <p:spPr>
          <a:xfrm>
            <a:off x="631850" y="3452782"/>
            <a:ext cx="21282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7" name="Google Shape;177;p17"/>
          <p:cNvSpPr txBox="1"/>
          <p:nvPr>
            <p:ph idx="8" type="subTitle"/>
          </p:nvPr>
        </p:nvSpPr>
        <p:spPr>
          <a:xfrm>
            <a:off x="631900" y="4177457"/>
            <a:ext cx="21282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8" name="Google Shape;178;p17"/>
          <p:cNvSpPr txBox="1"/>
          <p:nvPr>
            <p:ph idx="9" type="body"/>
          </p:nvPr>
        </p:nvSpPr>
        <p:spPr>
          <a:xfrm>
            <a:off x="2906500" y="4194625"/>
            <a:ext cx="3376200" cy="3309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179" name="Google Shape;179;p17"/>
          <p:cNvSpPr txBox="1"/>
          <p:nvPr>
            <p:ph idx="13" type="body"/>
          </p:nvPr>
        </p:nvSpPr>
        <p:spPr>
          <a:xfrm>
            <a:off x="2906400" y="3479438"/>
            <a:ext cx="3376200" cy="3309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180" name="Google Shape;180;p17"/>
          <p:cNvSpPr txBox="1"/>
          <p:nvPr>
            <p:ph idx="14" type="body"/>
          </p:nvPr>
        </p:nvSpPr>
        <p:spPr>
          <a:xfrm>
            <a:off x="2906400" y="2764263"/>
            <a:ext cx="3376200" cy="3309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181" name="Google Shape;181;p17"/>
          <p:cNvSpPr txBox="1"/>
          <p:nvPr>
            <p:ph idx="15" type="body"/>
          </p:nvPr>
        </p:nvSpPr>
        <p:spPr>
          <a:xfrm>
            <a:off x="2906400" y="2048313"/>
            <a:ext cx="3376200" cy="3309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5400012" scaled="0"/>
        </a:gra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8"/>
          <p:cNvSpPr/>
          <p:nvPr/>
        </p:nvSpPr>
        <p:spPr>
          <a:xfrm>
            <a:off x="8891100" y="228600"/>
            <a:ext cx="24300" cy="13545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4" name="Google Shape;184;p18"/>
          <p:cNvSpPr/>
          <p:nvPr/>
        </p:nvSpPr>
        <p:spPr>
          <a:xfrm flipH="1" rot="10800000">
            <a:off x="8891100" y="3225473"/>
            <a:ext cx="24300" cy="7446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5" name="Google Shape;185;p18"/>
          <p:cNvSpPr/>
          <p:nvPr/>
        </p:nvSpPr>
        <p:spPr>
          <a:xfrm>
            <a:off x="8891100" y="2283200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6" name="Google Shape;186;p18"/>
          <p:cNvSpPr/>
          <p:nvPr/>
        </p:nvSpPr>
        <p:spPr>
          <a:xfrm>
            <a:off x="8891100" y="4888013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7" name="Google Shape;187;p18"/>
          <p:cNvSpPr/>
          <p:nvPr/>
        </p:nvSpPr>
        <p:spPr>
          <a:xfrm>
            <a:off x="8891100" y="2392138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8" name="Google Shape;188;p18"/>
          <p:cNvSpPr/>
          <p:nvPr/>
        </p:nvSpPr>
        <p:spPr>
          <a:xfrm>
            <a:off x="8891100" y="2501063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9" name="Google Shape;189;p18"/>
          <p:cNvSpPr/>
          <p:nvPr/>
        </p:nvSpPr>
        <p:spPr>
          <a:xfrm>
            <a:off x="-4353375" y="-4359625"/>
            <a:ext cx="8713800" cy="8713800"/>
          </a:xfrm>
          <a:prstGeom prst="pie">
            <a:avLst>
              <a:gd fmla="val 2137" name="adj1"/>
              <a:gd fmla="val 5410266" name="adj2"/>
            </a:avLst>
          </a:prstGeom>
          <a:gradFill>
            <a:gsLst>
              <a:gs pos="0">
                <a:schemeClr val="dk1"/>
              </a:gs>
              <a:gs pos="28000">
                <a:schemeClr val="dk1"/>
              </a:gs>
              <a:gs pos="100000">
                <a:schemeClr val="dk2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90" name="Google Shape;190;p18"/>
          <p:cNvSpPr/>
          <p:nvPr/>
        </p:nvSpPr>
        <p:spPr>
          <a:xfrm>
            <a:off x="7661425" y="1330972"/>
            <a:ext cx="406500" cy="406500"/>
          </a:xfrm>
          <a:prstGeom prst="ellipse">
            <a:avLst/>
          </a:prstGeom>
          <a:gradFill>
            <a:gsLst>
              <a:gs pos="0">
                <a:schemeClr val="dk1"/>
              </a:gs>
              <a:gs pos="31000">
                <a:schemeClr val="dk1"/>
              </a:gs>
              <a:gs pos="100000">
                <a:schemeClr val="accent4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91" name="Google Shape;191;p18"/>
          <p:cNvSpPr txBox="1"/>
          <p:nvPr>
            <p:ph idx="1" type="subTitle"/>
          </p:nvPr>
        </p:nvSpPr>
        <p:spPr>
          <a:xfrm>
            <a:off x="228600" y="3629463"/>
            <a:ext cx="256800" cy="1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92" name="Google Shape;192;p18"/>
          <p:cNvSpPr/>
          <p:nvPr/>
        </p:nvSpPr>
        <p:spPr>
          <a:xfrm>
            <a:off x="5772475" y="912625"/>
            <a:ext cx="1243200" cy="1243200"/>
          </a:xfrm>
          <a:prstGeom prst="ellipse">
            <a:avLst/>
          </a:prstGeom>
          <a:gradFill>
            <a:gsLst>
              <a:gs pos="0">
                <a:schemeClr val="dk1"/>
              </a:gs>
              <a:gs pos="28000">
                <a:schemeClr val="dk1"/>
              </a:gs>
              <a:gs pos="100000">
                <a:schemeClr val="dk2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93" name="Google Shape;193;p18"/>
          <p:cNvSpPr txBox="1"/>
          <p:nvPr>
            <p:ph idx="2" type="subTitle"/>
          </p:nvPr>
        </p:nvSpPr>
        <p:spPr>
          <a:xfrm>
            <a:off x="541125" y="2779925"/>
            <a:ext cx="2818200" cy="13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194" name="Google Shape;194;p18"/>
          <p:cNvSpPr txBox="1"/>
          <p:nvPr>
            <p:ph type="title"/>
          </p:nvPr>
        </p:nvSpPr>
        <p:spPr>
          <a:xfrm>
            <a:off x="212450" y="177900"/>
            <a:ext cx="57894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95" name="Google Shape;195;p18"/>
          <p:cNvSpPr txBox="1"/>
          <p:nvPr>
            <p:ph idx="3" type="subTitle"/>
          </p:nvPr>
        </p:nvSpPr>
        <p:spPr>
          <a:xfrm>
            <a:off x="541125" y="3001750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96" name="Google Shape;196;p18"/>
          <p:cNvSpPr txBox="1"/>
          <p:nvPr>
            <p:ph idx="4" type="subTitle"/>
          </p:nvPr>
        </p:nvSpPr>
        <p:spPr>
          <a:xfrm>
            <a:off x="228600" y="2767150"/>
            <a:ext cx="256800" cy="1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97" name="Google Shape;197;p18"/>
          <p:cNvSpPr txBox="1"/>
          <p:nvPr>
            <p:ph idx="5" type="subTitle"/>
          </p:nvPr>
        </p:nvSpPr>
        <p:spPr>
          <a:xfrm>
            <a:off x="3914650" y="2779925"/>
            <a:ext cx="2818200" cy="13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198" name="Google Shape;198;p18"/>
          <p:cNvSpPr txBox="1"/>
          <p:nvPr>
            <p:ph idx="6" type="subTitle"/>
          </p:nvPr>
        </p:nvSpPr>
        <p:spPr>
          <a:xfrm>
            <a:off x="3914650" y="3001750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99" name="Google Shape;199;p18"/>
          <p:cNvSpPr txBox="1"/>
          <p:nvPr>
            <p:ph idx="7" type="subTitle"/>
          </p:nvPr>
        </p:nvSpPr>
        <p:spPr>
          <a:xfrm>
            <a:off x="3602125" y="2767150"/>
            <a:ext cx="256800" cy="1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00" name="Google Shape;200;p18"/>
          <p:cNvSpPr txBox="1"/>
          <p:nvPr>
            <p:ph idx="8" type="subTitle"/>
          </p:nvPr>
        </p:nvSpPr>
        <p:spPr>
          <a:xfrm>
            <a:off x="541125" y="4504538"/>
            <a:ext cx="2818200" cy="13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201" name="Google Shape;201;p18"/>
          <p:cNvSpPr txBox="1"/>
          <p:nvPr>
            <p:ph idx="9" type="subTitle"/>
          </p:nvPr>
        </p:nvSpPr>
        <p:spPr>
          <a:xfrm>
            <a:off x="541125" y="4726363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02" name="Google Shape;202;p18"/>
          <p:cNvSpPr txBox="1"/>
          <p:nvPr>
            <p:ph idx="13" type="subTitle"/>
          </p:nvPr>
        </p:nvSpPr>
        <p:spPr>
          <a:xfrm>
            <a:off x="228600" y="4491763"/>
            <a:ext cx="256800" cy="1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03" name="Google Shape;203;p18"/>
          <p:cNvSpPr txBox="1"/>
          <p:nvPr>
            <p:ph idx="14" type="subTitle"/>
          </p:nvPr>
        </p:nvSpPr>
        <p:spPr>
          <a:xfrm>
            <a:off x="3914650" y="4504538"/>
            <a:ext cx="2818200" cy="13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204" name="Google Shape;204;p18"/>
          <p:cNvSpPr txBox="1"/>
          <p:nvPr>
            <p:ph idx="15" type="subTitle"/>
          </p:nvPr>
        </p:nvSpPr>
        <p:spPr>
          <a:xfrm>
            <a:off x="3914650" y="4726363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05" name="Google Shape;205;p18"/>
          <p:cNvSpPr txBox="1"/>
          <p:nvPr>
            <p:ph idx="16" type="subTitle"/>
          </p:nvPr>
        </p:nvSpPr>
        <p:spPr>
          <a:xfrm>
            <a:off x="3602125" y="3629463"/>
            <a:ext cx="256800" cy="1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06" name="Google Shape;206;p18"/>
          <p:cNvSpPr txBox="1"/>
          <p:nvPr>
            <p:ph idx="17" type="subTitle"/>
          </p:nvPr>
        </p:nvSpPr>
        <p:spPr>
          <a:xfrm>
            <a:off x="3602125" y="4491763"/>
            <a:ext cx="256800" cy="1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07" name="Google Shape;207;p18"/>
          <p:cNvSpPr txBox="1"/>
          <p:nvPr>
            <p:ph idx="18" type="subTitle"/>
          </p:nvPr>
        </p:nvSpPr>
        <p:spPr>
          <a:xfrm>
            <a:off x="541125" y="3642238"/>
            <a:ext cx="2818200" cy="13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208" name="Google Shape;208;p18"/>
          <p:cNvSpPr txBox="1"/>
          <p:nvPr>
            <p:ph idx="19" type="subTitle"/>
          </p:nvPr>
        </p:nvSpPr>
        <p:spPr>
          <a:xfrm>
            <a:off x="541125" y="3864063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09" name="Google Shape;209;p18"/>
          <p:cNvSpPr txBox="1"/>
          <p:nvPr>
            <p:ph idx="20" type="subTitle"/>
          </p:nvPr>
        </p:nvSpPr>
        <p:spPr>
          <a:xfrm>
            <a:off x="3914650" y="3642238"/>
            <a:ext cx="2818200" cy="13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210" name="Google Shape;210;p18"/>
          <p:cNvSpPr txBox="1"/>
          <p:nvPr>
            <p:ph idx="21" type="subTitle"/>
          </p:nvPr>
        </p:nvSpPr>
        <p:spPr>
          <a:xfrm>
            <a:off x="3914650" y="3864063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BLANK_1_1_1_1_1_1_1_1_1_1_1_1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9"/>
          <p:cNvSpPr/>
          <p:nvPr/>
        </p:nvSpPr>
        <p:spPr>
          <a:xfrm>
            <a:off x="-2956425" y="-4767225"/>
            <a:ext cx="9144000" cy="9144000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13" name="Google Shape;213;p19"/>
          <p:cNvSpPr txBox="1"/>
          <p:nvPr>
            <p:ph type="title"/>
          </p:nvPr>
        </p:nvSpPr>
        <p:spPr>
          <a:xfrm>
            <a:off x="212450" y="177900"/>
            <a:ext cx="38268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14" name="Google Shape;214;p19"/>
          <p:cNvSpPr/>
          <p:nvPr>
            <p:ph idx="2" type="pic"/>
          </p:nvPr>
        </p:nvSpPr>
        <p:spPr>
          <a:xfrm>
            <a:off x="4618525" y="0"/>
            <a:ext cx="4296600" cy="4912200"/>
          </a:xfrm>
          <a:prstGeom prst="rect">
            <a:avLst/>
          </a:prstGeom>
          <a:noFill/>
          <a:ln>
            <a:noFill/>
          </a:ln>
        </p:spPr>
      </p:sp>
      <p:sp>
        <p:nvSpPr>
          <p:cNvPr id="215" name="Google Shape;215;p19"/>
          <p:cNvSpPr txBox="1"/>
          <p:nvPr>
            <p:ph idx="1" type="body"/>
          </p:nvPr>
        </p:nvSpPr>
        <p:spPr>
          <a:xfrm>
            <a:off x="228600" y="1177425"/>
            <a:ext cx="3321300" cy="22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216" name="Google Shape;216;p19"/>
          <p:cNvSpPr/>
          <p:nvPr/>
        </p:nvSpPr>
        <p:spPr>
          <a:xfrm rot="-5400000">
            <a:off x="893689" y="4222811"/>
            <a:ext cx="24300" cy="13545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17" name="Google Shape;217;p19"/>
          <p:cNvSpPr/>
          <p:nvPr/>
        </p:nvSpPr>
        <p:spPr>
          <a:xfrm flipH="1" rot="5400000">
            <a:off x="3585611" y="4527761"/>
            <a:ext cx="24300" cy="7446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18" name="Google Shape;218;p19"/>
          <p:cNvSpPr/>
          <p:nvPr/>
        </p:nvSpPr>
        <p:spPr>
          <a:xfrm rot="-5400000">
            <a:off x="2283189" y="488791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19" name="Google Shape;219;p19"/>
          <p:cNvSpPr/>
          <p:nvPr/>
        </p:nvSpPr>
        <p:spPr>
          <a:xfrm rot="-5400000">
            <a:off x="2501051" y="488791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and CTA">
  <p:cSld name="CUSTOM_4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5400012" scaled="0"/>
        </a:gra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0"/>
          <p:cNvSpPr txBox="1"/>
          <p:nvPr>
            <p:ph idx="1" type="body"/>
          </p:nvPr>
        </p:nvSpPr>
        <p:spPr>
          <a:xfrm>
            <a:off x="230900" y="2443800"/>
            <a:ext cx="1458300" cy="355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○"/>
              <a:defRPr>
                <a:latin typeface="Space Grotesk"/>
                <a:ea typeface="Space Grotesk"/>
                <a:cs typeface="Space Grotesk"/>
                <a:sym typeface="Space Grotesk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■"/>
              <a:defRPr>
                <a:latin typeface="Space Grotesk"/>
                <a:ea typeface="Space Grotesk"/>
                <a:cs typeface="Space Grotesk"/>
                <a:sym typeface="Space Grotesk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●"/>
              <a:defRPr>
                <a:latin typeface="Space Grotesk"/>
                <a:ea typeface="Space Grotesk"/>
                <a:cs typeface="Space Grotesk"/>
                <a:sym typeface="Space Grotesk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○"/>
              <a:defRPr>
                <a:latin typeface="Space Grotesk"/>
                <a:ea typeface="Space Grotesk"/>
                <a:cs typeface="Space Grotesk"/>
                <a:sym typeface="Space Grotesk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■"/>
              <a:defRPr>
                <a:latin typeface="Space Grotesk"/>
                <a:ea typeface="Space Grotesk"/>
                <a:cs typeface="Space Grotesk"/>
                <a:sym typeface="Space Grotesk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●"/>
              <a:defRPr>
                <a:latin typeface="Space Grotesk"/>
                <a:ea typeface="Space Grotesk"/>
                <a:cs typeface="Space Grotesk"/>
                <a:sym typeface="Space Grotesk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○"/>
              <a:defRPr>
                <a:latin typeface="Space Grotesk"/>
                <a:ea typeface="Space Grotesk"/>
                <a:cs typeface="Space Grotesk"/>
                <a:sym typeface="Space Grotesk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■"/>
              <a:defRPr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222" name="Google Shape;222;p20"/>
          <p:cNvSpPr/>
          <p:nvPr>
            <p:ph idx="2" type="pic"/>
          </p:nvPr>
        </p:nvSpPr>
        <p:spPr>
          <a:xfrm>
            <a:off x="5303800" y="881700"/>
            <a:ext cx="3611400" cy="4271400"/>
          </a:xfrm>
          <a:prstGeom prst="rect">
            <a:avLst/>
          </a:prstGeom>
          <a:noFill/>
          <a:ln>
            <a:noFill/>
          </a:ln>
        </p:spPr>
      </p:sp>
      <p:sp>
        <p:nvSpPr>
          <p:cNvPr id="223" name="Google Shape;223;p20"/>
          <p:cNvSpPr txBox="1"/>
          <p:nvPr>
            <p:ph hasCustomPrompt="1" type="title"/>
          </p:nvPr>
        </p:nvSpPr>
        <p:spPr>
          <a:xfrm>
            <a:off x="141051" y="271577"/>
            <a:ext cx="1226400" cy="41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4" name="Google Shape;224;p20"/>
          <p:cNvSpPr txBox="1"/>
          <p:nvPr>
            <p:ph idx="3" type="title"/>
          </p:nvPr>
        </p:nvSpPr>
        <p:spPr>
          <a:xfrm>
            <a:off x="228600" y="881625"/>
            <a:ext cx="55653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25" name="Google Shape;225;p20"/>
          <p:cNvSpPr txBox="1"/>
          <p:nvPr>
            <p:ph idx="4" type="subTitle"/>
          </p:nvPr>
        </p:nvSpPr>
        <p:spPr>
          <a:xfrm>
            <a:off x="230900" y="1660325"/>
            <a:ext cx="4404300" cy="36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BLANK_1_1_1_1_1_1_1_1_1_1_1_1_1_1_1_1_1_1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1"/>
          <p:cNvSpPr/>
          <p:nvPr>
            <p:ph idx="2" type="pic"/>
          </p:nvPr>
        </p:nvSpPr>
        <p:spPr>
          <a:xfrm>
            <a:off x="228600" y="1510550"/>
            <a:ext cx="2773500" cy="1560300"/>
          </a:xfrm>
          <a:prstGeom prst="rect">
            <a:avLst/>
          </a:prstGeom>
          <a:noFill/>
          <a:ln>
            <a:noFill/>
          </a:ln>
        </p:spPr>
      </p:sp>
      <p:sp>
        <p:nvSpPr>
          <p:cNvPr id="228" name="Google Shape;228;p21"/>
          <p:cNvSpPr/>
          <p:nvPr>
            <p:ph idx="3" type="pic"/>
          </p:nvPr>
        </p:nvSpPr>
        <p:spPr>
          <a:xfrm>
            <a:off x="3185250" y="1510550"/>
            <a:ext cx="2773500" cy="1560300"/>
          </a:xfrm>
          <a:prstGeom prst="rect">
            <a:avLst/>
          </a:prstGeom>
          <a:noFill/>
          <a:ln>
            <a:noFill/>
          </a:ln>
        </p:spPr>
      </p:sp>
      <p:sp>
        <p:nvSpPr>
          <p:cNvPr id="229" name="Google Shape;229;p21"/>
          <p:cNvSpPr/>
          <p:nvPr>
            <p:ph idx="4" type="pic"/>
          </p:nvPr>
        </p:nvSpPr>
        <p:spPr>
          <a:xfrm>
            <a:off x="6141900" y="1510550"/>
            <a:ext cx="2773500" cy="1560300"/>
          </a:xfrm>
          <a:prstGeom prst="rect">
            <a:avLst/>
          </a:prstGeom>
          <a:noFill/>
          <a:ln>
            <a:noFill/>
          </a:ln>
        </p:spPr>
      </p:sp>
      <p:sp>
        <p:nvSpPr>
          <p:cNvPr id="230" name="Google Shape;230;p21"/>
          <p:cNvSpPr txBox="1"/>
          <p:nvPr>
            <p:ph type="title"/>
          </p:nvPr>
        </p:nvSpPr>
        <p:spPr>
          <a:xfrm>
            <a:off x="212450" y="177900"/>
            <a:ext cx="57894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31" name="Google Shape;231;p21"/>
          <p:cNvSpPr txBox="1"/>
          <p:nvPr>
            <p:ph idx="1" type="body"/>
          </p:nvPr>
        </p:nvSpPr>
        <p:spPr>
          <a:xfrm>
            <a:off x="228600" y="3513725"/>
            <a:ext cx="2773500" cy="130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232" name="Google Shape;232;p21"/>
          <p:cNvSpPr txBox="1"/>
          <p:nvPr>
            <p:ph idx="5" type="body"/>
          </p:nvPr>
        </p:nvSpPr>
        <p:spPr>
          <a:xfrm>
            <a:off x="3185250" y="3513725"/>
            <a:ext cx="2773500" cy="130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233" name="Google Shape;233;p21"/>
          <p:cNvSpPr txBox="1"/>
          <p:nvPr>
            <p:ph idx="6" type="body"/>
          </p:nvPr>
        </p:nvSpPr>
        <p:spPr>
          <a:xfrm>
            <a:off x="6141900" y="3513725"/>
            <a:ext cx="2773500" cy="130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234" name="Google Shape;234;p21"/>
          <p:cNvSpPr txBox="1"/>
          <p:nvPr>
            <p:ph idx="7" type="subTitle"/>
          </p:nvPr>
        </p:nvSpPr>
        <p:spPr>
          <a:xfrm>
            <a:off x="228600" y="3224050"/>
            <a:ext cx="2773500" cy="23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  <p:sp>
        <p:nvSpPr>
          <p:cNvPr id="235" name="Google Shape;235;p21"/>
          <p:cNvSpPr txBox="1"/>
          <p:nvPr>
            <p:ph idx="8" type="subTitle"/>
          </p:nvPr>
        </p:nvSpPr>
        <p:spPr>
          <a:xfrm>
            <a:off x="3185250" y="3224050"/>
            <a:ext cx="2773500" cy="23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  <p:sp>
        <p:nvSpPr>
          <p:cNvPr id="236" name="Google Shape;236;p21"/>
          <p:cNvSpPr txBox="1"/>
          <p:nvPr>
            <p:ph idx="9" type="subTitle"/>
          </p:nvPr>
        </p:nvSpPr>
        <p:spPr>
          <a:xfrm>
            <a:off x="6141900" y="3224050"/>
            <a:ext cx="2773500" cy="23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39" name="Google Shape;239;p2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2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5" name="Google Shape;245;p2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48" name="Google Shape;248;p2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51" name="Google Shape;251;p2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52" name="Google Shape;252;p2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57" name="Google Shape;257;p2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0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1" name="Google Shape;261;p30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2" name="Google Shape;262;p30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3" name="Google Shape;263;p30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4" name="Google Shape;264;p30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5" name="Google Shape;265;p30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6" name="Google Shape;266;p30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1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69" name="Google Shape;269;p31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0" name="Google Shape;270;p31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1" name="Google Shape;271;p31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2" name="Google Shape;272;p31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2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5" name="Google Shape;275;p32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6" name="Google Shape;276;p32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77" name="Google Shape;277;p32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8" name="Google Shape;278;p32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9" name="Google Shape;279;p32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0" name="Google Shape;280;p32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3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3" name="Google Shape;283;p33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4" name="Google Shape;284;p33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5" name="Google Shape;285;p33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6" name="Google Shape;286;p33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87" name="Google Shape;287;p33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8" name="Google Shape;288;p33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9" name="Google Shape;289;p33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0" name="Google Shape;290;p33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3" name="Google Shape;293;p34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5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6" name="Google Shape;296;p35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297" name="Google Shape;297;p35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298" name="Google Shape;298;p35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9" name="Google Shape;299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0" name="Google Shape;300;p35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01" name="Google Shape;301;p35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6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7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06" name="Google Shape;306;p37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07" name="Google Shape;307;p37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08" name="Google Shape;308;p37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09" name="Google Shape;309;p37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10" name="Google Shape;310;p37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11" name="Google Shape;311;p37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2" name="Google Shape;312;p37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13" name="Google Shape;313;p37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14" name="Google Shape;314;p37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88025" y="635200"/>
            <a:ext cx="5802000" cy="22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Space Grotesk"/>
              <a:buNone/>
              <a:defRPr sz="48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11950" y="2966800"/>
            <a:ext cx="4547100" cy="16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8.png"/><Relationship Id="rId6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8"/>
          <p:cNvSpPr txBox="1"/>
          <p:nvPr>
            <p:ph type="title"/>
          </p:nvPr>
        </p:nvSpPr>
        <p:spPr>
          <a:xfrm>
            <a:off x="226100" y="144575"/>
            <a:ext cx="10001100" cy="1308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accent2"/>
                </a:solidFill>
              </a:rPr>
              <a:t>IOT OS Arhitekture i komponente</a:t>
            </a:r>
            <a:endParaRPr sz="5000"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0"/>
          </a:p>
        </p:txBody>
      </p:sp>
      <p:sp>
        <p:nvSpPr>
          <p:cNvPr id="320" name="Google Shape;320;p38"/>
          <p:cNvSpPr txBox="1"/>
          <p:nvPr>
            <p:ph idx="1" type="subTitle"/>
          </p:nvPr>
        </p:nvSpPr>
        <p:spPr>
          <a:xfrm>
            <a:off x="228600" y="2888900"/>
            <a:ext cx="5107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2027 Filip Stamenković</a:t>
            </a:r>
            <a:endParaRPr/>
          </a:p>
        </p:txBody>
      </p:sp>
      <p:pic>
        <p:nvPicPr>
          <p:cNvPr id="321" name="Google Shape;321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24400" y="1905950"/>
            <a:ext cx="3502800" cy="233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9"/>
          <p:cNvSpPr txBox="1"/>
          <p:nvPr>
            <p:ph type="title"/>
          </p:nvPr>
        </p:nvSpPr>
        <p:spPr>
          <a:xfrm>
            <a:off x="212450" y="177900"/>
            <a:ext cx="5789400" cy="83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IOT operativni sistemi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39"/>
          <p:cNvSpPr txBox="1"/>
          <p:nvPr>
            <p:ph idx="4294967295" type="body"/>
          </p:nvPr>
        </p:nvSpPr>
        <p:spPr>
          <a:xfrm>
            <a:off x="228600" y="1177425"/>
            <a:ext cx="5505600" cy="3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IoT operativni sistemi su specijalizovani, lagani softveri dizajnirani za upravljanje uređajima sa malom potrošnjom energije, ograničenom memorijom i povezanim uređajima.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Ključne karakteristike: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 sz="1400"/>
              <a:t>Efikasnost resursa</a:t>
            </a:r>
            <a:r>
              <a:rPr lang="en" sz="1400"/>
              <a:t>: Mali memorijski otisak i visoka energetska efikasnost za mikrokontrolere.</a:t>
            </a:r>
            <a:endParaRPr sz="14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 sz="1400"/>
              <a:t>Obrada u realnom vremenu</a:t>
            </a:r>
            <a:r>
              <a:rPr lang="en" sz="1400"/>
              <a:t>: Sposobnost za rukovanje zadacima kritičnim u vremenu.</a:t>
            </a:r>
            <a:endParaRPr sz="14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 sz="1400"/>
              <a:t>Povezivanje</a:t>
            </a:r>
            <a:r>
              <a:rPr lang="en" sz="1400"/>
              <a:t>: Ugrađena podrška za protokole kao što su BLE, Wi-Fi i 6LoWPAN.</a:t>
            </a:r>
            <a:endParaRPr sz="14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 sz="1400"/>
              <a:t>Bezbednost: </a:t>
            </a:r>
            <a:r>
              <a:rPr lang="en" sz="1400"/>
              <a:t>Ugrađeni mehanizmi za obezbeđivanje bezbedne komunikacije i upravljanja uređajima.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0"/>
          <p:cNvSpPr txBox="1"/>
          <p:nvPr>
            <p:ph type="title"/>
          </p:nvPr>
        </p:nvSpPr>
        <p:spPr>
          <a:xfrm>
            <a:off x="212450" y="177900"/>
            <a:ext cx="57894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Zephyr OS</a:t>
            </a:r>
            <a:endParaRPr/>
          </a:p>
        </p:txBody>
      </p:sp>
      <p:sp>
        <p:nvSpPr>
          <p:cNvPr id="333" name="Google Shape;333;p40"/>
          <p:cNvSpPr txBox="1"/>
          <p:nvPr>
            <p:ph idx="4294967295" type="body"/>
          </p:nvPr>
        </p:nvSpPr>
        <p:spPr>
          <a:xfrm>
            <a:off x="228600" y="1177425"/>
            <a:ext cx="6550800" cy="35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Zefir je operativni sistem u realnom vremenu (RTOS) otvorenog koda, malih dimenzija, dizajniran za uređaje sa ograničenim resursima i ugrađene uređaje. 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Hostira ga Linuks fondacija, a fokusira se na bezbednost, skalabilnost i široku hardversku podršku, što ga čini popularnim izborom za aplikacije Interneta stvari (IoT), nosive uređaje i industrijske kontrolere.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Značajni slučajevi upotrebe: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 sz="1400"/>
              <a:t>Nosiva elektronika</a:t>
            </a:r>
            <a:r>
              <a:rPr lang="en" sz="1400"/>
              <a:t>: Fitnes trakeri i pametni satovi.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 sz="1400"/>
              <a:t>Industrija/Automobilska industrija</a:t>
            </a:r>
            <a:r>
              <a:rPr lang="en" sz="1400"/>
              <a:t>: Fabrička automatizacija, sistemi za upravljanje motorima i pomoć vozaču (ADAS).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 sz="1400"/>
              <a:t>Pametni dom</a:t>
            </a:r>
            <a:r>
              <a:rPr lang="en" sz="1400"/>
              <a:t>: Povezani termostati, kontrole osvetljenja i bezbednosne kamere.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 sz="1400"/>
              <a:t>Medicina</a:t>
            </a:r>
            <a:r>
              <a:rPr lang="en" sz="1400"/>
              <a:t>: Prenosivi monitori glukoze u krvi i sistemi za praćenje pacijenata.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334" name="Google Shape;334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32256" y="177900"/>
            <a:ext cx="1926393" cy="99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41"/>
          <p:cNvSpPr txBox="1"/>
          <p:nvPr>
            <p:ph type="title"/>
          </p:nvPr>
        </p:nvSpPr>
        <p:spPr>
          <a:xfrm>
            <a:off x="212450" y="177900"/>
            <a:ext cx="6417600" cy="83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Arhitektura kernela Zephyr OS-a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41"/>
          <p:cNvSpPr txBox="1"/>
          <p:nvPr>
            <p:ph idx="4294967295" type="body"/>
          </p:nvPr>
        </p:nvSpPr>
        <p:spPr>
          <a:xfrm>
            <a:off x="228600" y="1177425"/>
            <a:ext cx="6156000" cy="37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Kernel ima visoko modularni, monolitni dizajn optimizovan za </a:t>
            </a:r>
            <a:r>
              <a:rPr lang="en" sz="1400"/>
              <a:t>embedded</a:t>
            </a:r>
            <a:r>
              <a:rPr lang="en" sz="1400"/>
              <a:t> sisteme sa ograničenim resursima.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Osnovni </a:t>
            </a:r>
            <a:r>
              <a:rPr lang="en" sz="1400"/>
              <a:t>arhitekturni </a:t>
            </a:r>
            <a:r>
              <a:rPr lang="en" sz="1400"/>
              <a:t>stubovi: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 sz="1400"/>
              <a:t>Jedinstveni adresni prostor</a:t>
            </a:r>
            <a:r>
              <a:rPr lang="en" sz="1400"/>
              <a:t>: I aplikacija i kod jezgra se izvršavaju u istom memorijskom prostoru, što eliminiše opterećenje prebacivanja konteksta između privilegovanih i neprivilegovanih režima.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 sz="1400"/>
              <a:t>Veoma modularan</a:t>
            </a:r>
            <a:r>
              <a:rPr lang="en" sz="1400"/>
              <a:t>: Zephyr koristi pristup „zasnovan na bibliotekama“ gde programeri koriste Kconfig da bi uključili samo specifične servise </a:t>
            </a:r>
            <a:r>
              <a:rPr lang="en" sz="1400"/>
              <a:t>kernela</a:t>
            </a:r>
            <a:r>
              <a:rPr lang="en" sz="1400"/>
              <a:t> i drajvere koji su potrebni, minimizirajući memorijski otisak.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 sz="1400"/>
              <a:t>Apstrakcija hardvera</a:t>
            </a:r>
            <a:r>
              <a:rPr lang="en" sz="1400"/>
              <a:t>: Koristi Devicetree (DTS) za opisivanje hardvera u vreme kompajliranja, omogućavajući da isti kod aplikacije bude prenosiv na stotine različitih ploča.</a:t>
            </a:r>
            <a:endParaRPr sz="1400"/>
          </a:p>
        </p:txBody>
      </p:sp>
      <p:pic>
        <p:nvPicPr>
          <p:cNvPr id="341" name="Google Shape;341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84600" y="1177425"/>
            <a:ext cx="2454600" cy="30464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2"/>
          <p:cNvSpPr txBox="1"/>
          <p:nvPr>
            <p:ph type="title"/>
          </p:nvPr>
        </p:nvSpPr>
        <p:spPr>
          <a:xfrm>
            <a:off x="212450" y="177900"/>
            <a:ext cx="6448800" cy="83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Arhitektura kernela Zephyr OS-a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42"/>
          <p:cNvSpPr txBox="1"/>
          <p:nvPr>
            <p:ph idx="4294967295" type="body"/>
          </p:nvPr>
        </p:nvSpPr>
        <p:spPr>
          <a:xfrm>
            <a:off x="62925" y="833650"/>
            <a:ext cx="5292900" cy="411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Kernel koordinira sistemske resurse kroz nekoliko ključnih podsistema: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Višenitni rad: </a:t>
            </a:r>
            <a:r>
              <a:rPr lang="en" sz="1400"/>
              <a:t>Podržava i kooperativne i preventivne niti, omogućavajući fleksibilno izvršavanje zadataka i zakazivanje.</a:t>
            </a:r>
            <a:endParaRPr sz="14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Zakazivanje: </a:t>
            </a:r>
            <a:r>
              <a:rPr lang="en" sz="1400"/>
              <a:t>Pruža različite strategije zakazivanja, od jednostavnog kružnog rada za male sisteme do naprednijeg zakazivanja za aplikacije sa mnogo niti.</a:t>
            </a:r>
            <a:endParaRPr sz="14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Rukovanje prekidima: </a:t>
            </a:r>
            <a:r>
              <a:rPr lang="en" sz="1400"/>
              <a:t>Obezbeđuje determinističko rukovanje prekidima, sa podrškom za odloženi rad slično Linux-ovim obrađivačima donje polovine.</a:t>
            </a:r>
            <a:endParaRPr sz="14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Upravljanje memorijom: </a:t>
            </a:r>
            <a:r>
              <a:rPr lang="en" sz="1400"/>
              <a:t>Podržava dinamičku i fiksnu alokaciju memorije i koristi zaštitu zasnovanu na MPU-u (Memory Protection Units) za izolovanje kritičnih komponenti na uređajima sa ograničenim resursima.</a:t>
            </a:r>
            <a:endParaRPr sz="1400"/>
          </a:p>
        </p:txBody>
      </p:sp>
      <p:pic>
        <p:nvPicPr>
          <p:cNvPr id="348" name="Google Shape;348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55825" y="1369988"/>
            <a:ext cx="3412576" cy="304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3"/>
          <p:cNvSpPr txBox="1"/>
          <p:nvPr>
            <p:ph type="title"/>
          </p:nvPr>
        </p:nvSpPr>
        <p:spPr>
          <a:xfrm>
            <a:off x="212450" y="177900"/>
            <a:ext cx="81870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Drajveri i podrška za hardver za Zephyr OS</a:t>
            </a:r>
            <a:endParaRPr/>
          </a:p>
        </p:txBody>
      </p:sp>
      <p:sp>
        <p:nvSpPr>
          <p:cNvPr id="354" name="Google Shape;354;p43"/>
          <p:cNvSpPr txBox="1"/>
          <p:nvPr>
            <p:ph idx="4294967295" type="body"/>
          </p:nvPr>
        </p:nvSpPr>
        <p:spPr>
          <a:xfrm>
            <a:off x="212450" y="854675"/>
            <a:ext cx="8525100" cy="37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Kernel koristi konzistentan model uređaja koji odvaja konfiguraciju hardvera od logike aplikacije: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Integracija stabla uređaja (DTS):</a:t>
            </a:r>
            <a:r>
              <a:rPr lang="en" sz="1400"/>
              <a:t> Hardver je opisan pomoću datoteka stabla uređaja (.dts), koje određuju memorijske adrese, IRQ linije i periferne veze tokom kompajliranja.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ApI-ji nezavisni od hardvera</a:t>
            </a:r>
            <a:r>
              <a:rPr lang="en" sz="1400"/>
              <a:t>: Aplikacije komuniciraju sa hardverom putem generičkih, visokonivoskih aplikata. Kernel automatski mapira ove pozive na ispravan drajver specifičan za proizvođača na osnovu konfiguracije stabla uređaja.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Inicijalizacija pri pokretanju:</a:t>
            </a:r>
            <a:r>
              <a:rPr lang="en" sz="1400"/>
              <a:t> Drajvere automatski inicijalizuje kernel tokom sekvence pokretanja u skladu sa definisanim nivoima prioriteta.\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Zefir podržava širok spektar arhitektura: ARM, RISC-V, x86, Specijalizovane arhitekture (Synopsys ARC, MIPS..)</a:t>
            </a:r>
            <a:endParaRPr sz="1400"/>
          </a:p>
        </p:txBody>
      </p:sp>
      <p:pic>
        <p:nvPicPr>
          <p:cNvPr id="355" name="Google Shape;355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50125" y="3433975"/>
            <a:ext cx="1887424" cy="137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4"/>
          <p:cNvSpPr txBox="1"/>
          <p:nvPr>
            <p:ph type="title"/>
          </p:nvPr>
        </p:nvSpPr>
        <p:spPr>
          <a:xfrm>
            <a:off x="212450" y="177900"/>
            <a:ext cx="81870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Drajveri i podrška za hardver za Zephyr OS</a:t>
            </a:r>
            <a:endParaRPr/>
          </a:p>
        </p:txBody>
      </p:sp>
      <p:sp>
        <p:nvSpPr>
          <p:cNvPr id="361" name="Google Shape;361;p44"/>
          <p:cNvSpPr txBox="1"/>
          <p:nvPr>
            <p:ph idx="4294967295" type="body"/>
          </p:nvPr>
        </p:nvSpPr>
        <p:spPr>
          <a:xfrm>
            <a:off x="212450" y="854675"/>
            <a:ext cx="8525100" cy="37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Zefir uključuje ogromnu biblioteku ugrađenih drajvera za moderne periferne uređaje: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Komunikacija</a:t>
            </a:r>
            <a:r>
              <a:rPr lang="en" sz="1400"/>
              <a:t>: Bluetooth Low Energy (BLE), Wi-Fi, Ethernet, CAN, SPI, I2C, I3C i USB-C napajanje.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Senzori</a:t>
            </a:r>
            <a:r>
              <a:rPr lang="en" sz="1400"/>
              <a:t>: Ugrađena podrška za stotine senzora za životnu sredinu, inercijalnih (IMU) i medicinskih senzora sa objedinjenim „Sensor API-jem“ za preuzimanje podataka i pokretanje.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Skladištenje</a:t>
            </a:r>
            <a:r>
              <a:rPr lang="en" sz="1400"/>
              <a:t>: Drajveri za različite tipove memorije, uključujući EEPROM, Flash i moderne neisparljive opcije poput MRAM-a.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362" name="Google Shape;362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50125" y="3433975"/>
            <a:ext cx="1887424" cy="137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62465" y="2980690"/>
            <a:ext cx="1665251" cy="986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01399" y="4113225"/>
            <a:ext cx="1093149" cy="781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4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04225" y="3342929"/>
            <a:ext cx="1029851" cy="1029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5"/>
          <p:cNvSpPr txBox="1"/>
          <p:nvPr>
            <p:ph type="title"/>
          </p:nvPr>
        </p:nvSpPr>
        <p:spPr>
          <a:xfrm>
            <a:off x="212450" y="177900"/>
            <a:ext cx="8548800" cy="83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Zephyr OS Podrška u razvoju aplikacija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45"/>
          <p:cNvSpPr txBox="1"/>
          <p:nvPr>
            <p:ph idx="4294967295" type="body"/>
          </p:nvPr>
        </p:nvSpPr>
        <p:spPr>
          <a:xfrm>
            <a:off x="212450" y="964875"/>
            <a:ext cx="6156000" cy="37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Osnovni alati za razvoj: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 sz="1400"/>
              <a:t>West Meta-Tool</a:t>
            </a:r>
            <a:r>
              <a:rPr lang="en" sz="1400"/>
              <a:t>: West je primarni interfejs za razvoj Zephyr-a. Upravlja višestrukim Git repozitorijumima, sinhronizuje module i obrađuje build-ove, flešovanje i debagovanje. 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 sz="1400"/>
              <a:t>Zephyr SDK</a:t>
            </a:r>
            <a:r>
              <a:rPr lang="en" sz="1400"/>
              <a:t>: Pruža alate za unakrsnu kompilaciju za sve podržane arhitekture (ARM, RISC-V, x86, itd.). 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 sz="1400"/>
              <a:t>Build system</a:t>
            </a:r>
            <a:r>
              <a:rPr lang="en" sz="1400"/>
              <a:t>: Zephyr koristi sistem izgradnje zasnovan na CMake i Ninja. Koristi Kconfig za modularnu konfiguraciju softvera i Devicetree (DTS) za opis hardvera, osiguravajući prenosivost aplikacija na stotinama različitih ploča.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Visual Studio Code  je vodeći IDE za razvoj Zephyr aplikacija.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Za debagiranje i testiranje Zephyr koristi Twister Test Runner i simulacije hardvera koje omogućavaju debagiranje i pokretanje aplikacija na virtuelnom hardveru bez fizičkih ploča.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372" name="Google Shape;372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79276" y="177901"/>
            <a:ext cx="1126926" cy="1126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46"/>
          <p:cNvSpPr txBox="1"/>
          <p:nvPr>
            <p:ph type="title"/>
          </p:nvPr>
        </p:nvSpPr>
        <p:spPr>
          <a:xfrm>
            <a:off x="212450" y="177900"/>
            <a:ext cx="7471500" cy="83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Robot Operating System (ROS) Pregled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46"/>
          <p:cNvSpPr txBox="1"/>
          <p:nvPr>
            <p:ph idx="4294967295" type="body"/>
          </p:nvPr>
        </p:nvSpPr>
        <p:spPr>
          <a:xfrm>
            <a:off x="212450" y="1248275"/>
            <a:ext cx="6834300" cy="37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ROS je paket middleware-a otvorenog koda dizajniran za izradu robotskih aplikacija. 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Uprkos svom imenu, ROS nije tradicionalni operativni sistem, već skup softverskih framework-ova koji pružaju apstrakciju hardvera, prenos poruka i upravljanje paketima.</a:t>
            </a:r>
            <a:endParaRPr sz="14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ROS koristi arhitekturu zasnovanu na grafovima gde se obrada odvija u modularnim jedinicama koje se nazivaju čvorovi. </a:t>
            </a:r>
            <a:endParaRPr sz="1400"/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Čvorovi</a:t>
            </a:r>
            <a:r>
              <a:rPr lang="en" sz="1400"/>
              <a:t>: Nezavisni procesi koji obavljaju određene zadatke, kao što su obrada podataka senzora ili kontrola motora. </a:t>
            </a:r>
            <a:endParaRPr sz="1400"/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Teme</a:t>
            </a:r>
            <a:r>
              <a:rPr lang="en" sz="1400"/>
              <a:t>: Imenovani magistrale koji se koriste za asinhrono slanje poruka tipa "publish-subscribe" između čvorova.</a:t>
            </a:r>
            <a:endParaRPr sz="1400"/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Servisi</a:t>
            </a:r>
            <a:r>
              <a:rPr lang="en" sz="1400"/>
              <a:t>: Sinhrona komunikacija tipa "request-response" za zadatke sa definisanim početkom i krajem.</a:t>
            </a:r>
            <a:endParaRPr sz="1400"/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Akcije</a:t>
            </a:r>
            <a:r>
              <a:rPr lang="en" sz="1400"/>
              <a:t>: Koriste se za dugotrajne zadatke koji pružaju periodične povratne informacije i mogu se otkazati.</a:t>
            </a:r>
            <a:endParaRPr sz="1400"/>
          </a:p>
        </p:txBody>
      </p:sp>
      <p:pic>
        <p:nvPicPr>
          <p:cNvPr id="379" name="Google Shape;379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01825" y="1009197"/>
            <a:ext cx="1897649" cy="106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7"/>
          <p:cNvSpPr txBox="1"/>
          <p:nvPr>
            <p:ph type="title"/>
          </p:nvPr>
        </p:nvSpPr>
        <p:spPr>
          <a:xfrm>
            <a:off x="212450" y="177900"/>
            <a:ext cx="7764600" cy="83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ROS Arhitektura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47"/>
          <p:cNvSpPr txBox="1"/>
          <p:nvPr>
            <p:ph idx="4294967295" type="body"/>
          </p:nvPr>
        </p:nvSpPr>
        <p:spPr>
          <a:xfrm>
            <a:off x="228600" y="825800"/>
            <a:ext cx="5630700" cy="41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Arhitektura ROS se tipično vizualizuje kao stek slojeva apstrakcije koji odvajaju korisnički kod od osnovnog hardvera i mrežnih protokola: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Sloj aplikacije</a:t>
            </a:r>
            <a:r>
              <a:rPr lang="en" sz="1400"/>
              <a:t>: Ovde se nalaze čvorovi koje su razvili korisnici. Programeri koriste klijentske biblioteke da bi implementirali logiku za percepciju, planiranje i kontrolu.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ROS klijentska biblioteka</a:t>
            </a:r>
            <a:r>
              <a:rPr lang="en" sz="1400"/>
              <a:t> </a:t>
            </a:r>
            <a:r>
              <a:rPr b="1" lang="en" sz="1400"/>
              <a:t>(RCL)</a:t>
            </a:r>
            <a:r>
              <a:rPr lang="en" sz="1400"/>
              <a:t>: Osnovna C biblioteka koja pruža zajedničke funkcionalnosti (npr. upravljanje čvorovima, rukovanje temama) svim klijentskim bibliotekama.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ROS interfejs posredničkog softvera (RMW)</a:t>
            </a:r>
            <a:r>
              <a:rPr lang="en" sz="1400"/>
              <a:t>: Sloj apstrakcije koji osigurava da RCL ostane nezavisan od bilo kog specifičnog komunikacionog protokola. Omogućava programerima da zamene osnovni posrednički softver bez promene koda svoje aplikacije.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386" name="Google Shape;386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44600" y="2844247"/>
            <a:ext cx="2905050" cy="1632828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44600" y="464025"/>
            <a:ext cx="2905051" cy="21787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8"/>
          <p:cNvSpPr txBox="1"/>
          <p:nvPr>
            <p:ph type="title"/>
          </p:nvPr>
        </p:nvSpPr>
        <p:spPr>
          <a:xfrm>
            <a:off x="212450" y="177900"/>
            <a:ext cx="7764600" cy="1246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Zephyr vs ROS u IoT Sistemima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48"/>
          <p:cNvSpPr txBox="1"/>
          <p:nvPr>
            <p:ph idx="4294967295" type="body"/>
          </p:nvPr>
        </p:nvSpPr>
        <p:spPr>
          <a:xfrm>
            <a:off x="212450" y="957000"/>
            <a:ext cx="8037600" cy="402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Zephyr je niskonivoski operativni sistem za mikrokontrolere koji zauzima malo prostora, dok je ROS visokonivoski framework middleware softvera za orkestraciju složenih sistema.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Zephyr OS</a:t>
            </a:r>
            <a:r>
              <a:rPr lang="en" sz="1400"/>
              <a:t>: Deluje kao osnovni sloj. Direktno upravlja hardverom (GPIO, I2C, SPI) i povezivanjem (BLE, Wi-Fi, LoRaWAN). Dizajniran je za rad na uređajima sa ograničenim resursima.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ROS</a:t>
            </a:r>
            <a:r>
              <a:rPr lang="en" sz="1400"/>
              <a:t>: Deluje kao inteligencijski sloj. Pruža standardizovane alate za percepciju, navigaciju i planiranje. Tradicionalno, zahteva moćne procesore koji rade na Linux-u, iako micro-ROS omogućava proširenje na mikrokontrolere.</a:t>
            </a:r>
            <a:endParaRPr sz="1400"/>
          </a:p>
        </p:txBody>
      </p:sp>
      <p:pic>
        <p:nvPicPr>
          <p:cNvPr id="394" name="Google Shape;394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6027" y="3238327"/>
            <a:ext cx="2440225" cy="174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48075" y="3459475"/>
            <a:ext cx="2170626" cy="1302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49"/>
          <p:cNvSpPr txBox="1"/>
          <p:nvPr>
            <p:ph type="title"/>
          </p:nvPr>
        </p:nvSpPr>
        <p:spPr>
          <a:xfrm>
            <a:off x="212450" y="177900"/>
            <a:ext cx="7620000" cy="1246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 aplikacija pregled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01" name="Google Shape;401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0137" y="745075"/>
            <a:ext cx="3444624" cy="408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50"/>
          <p:cNvSpPr txBox="1"/>
          <p:nvPr>
            <p:ph type="title"/>
          </p:nvPr>
        </p:nvSpPr>
        <p:spPr>
          <a:xfrm>
            <a:off x="212450" y="177900"/>
            <a:ext cx="7620000" cy="1246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 aplikacija pregled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07" name="Google Shape;407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0000" y="1191725"/>
            <a:ext cx="5064902" cy="341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51"/>
          <p:cNvSpPr txBox="1"/>
          <p:nvPr>
            <p:ph type="title"/>
          </p:nvPr>
        </p:nvSpPr>
        <p:spPr>
          <a:xfrm>
            <a:off x="977700" y="1410450"/>
            <a:ext cx="7188600" cy="232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Hvala na pažnji!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Quarterly Review (Futuristic)">
  <a:themeElements>
    <a:clrScheme name="Simple Light">
      <a:dk1>
        <a:srgbClr val="070707"/>
      </a:dk1>
      <a:lt1>
        <a:srgbClr val="FFFFFF"/>
      </a:lt1>
      <a:dk2>
        <a:srgbClr val="004741"/>
      </a:dk2>
      <a:lt2>
        <a:srgbClr val="F4F4F4"/>
      </a:lt2>
      <a:accent1>
        <a:srgbClr val="6DCFBE"/>
      </a:accent1>
      <a:accent2>
        <a:srgbClr val="81F5FF"/>
      </a:accent2>
      <a:accent3>
        <a:srgbClr val="202020"/>
      </a:accent3>
      <a:accent4>
        <a:srgbClr val="008585"/>
      </a:accent4>
      <a:accent5>
        <a:srgbClr val="808080"/>
      </a:accent5>
      <a:accent6>
        <a:srgbClr val="9AE9FF"/>
      </a:accent6>
      <a:hlink>
        <a:srgbClr val="6DCFB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